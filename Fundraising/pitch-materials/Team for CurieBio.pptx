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3384" r:id="rId5"/>
    <p:sldId id="3388" r:id="rId6"/>
    <p:sldId id="3387" r:id="rId7"/>
    <p:sldId id="3389" r:id="rId8"/>
    <p:sldId id="295" r:id="rId9"/>
    <p:sldId id="3386" r:id="rId10"/>
    <p:sldId id="754" r:id="rId11"/>
    <p:sldId id="755" r:id="rId12"/>
    <p:sldId id="3382" r:id="rId13"/>
    <p:sldId id="3377" r:id="rId14"/>
    <p:sldId id="3390" r:id="rId15"/>
    <p:sldId id="3385" r:id="rId16"/>
    <p:sldId id="2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3E7231E-D65A-7660-884F-A801964A74DA}" name="Becca Levin" initials="BL" userId="S::BLevin@segotx.com::08c76d0b-4d1f-44f5-8508-8653b2f54768" providerId="AD"/>
  <p188:author id="{7CA513B5-F9EA-3B0B-8857-A3F23FB75B20}" name="Mia Klonsky" initials="MK" userId="S::mklonsky@segotx.com::3bca3bfe-ae71-40e5-b586-f8971324d46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ED6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F58E38-2207-981F-FB43-60BA4A515C55}" v="157" dt="2026-05-14T09:37:58.043"/>
    <p1510:client id="{4CC37F7F-A43A-EA1A-9E50-3A90A8888657}" v="130" dt="2026-05-14T09:16:59.448"/>
    <p1510:client id="{7AD61A0B-11C1-B933-0490-15FEDB8CF83E}" v="458" dt="2026-05-14T13:34:32.299"/>
    <p1510:client id="{7E1ECFF4-ACFA-49EF-95A2-A4A89A47CEE4}" v="40" dt="2026-05-14T14:56:09.800"/>
    <p1510:client id="{9B6AB715-EB25-1FD9-5CC9-4B78735E3760}" v="679" dt="2026-05-14T13:13:15.7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3" d="100"/>
          <a:sy n="93" d="100"/>
        </p:scale>
        <p:origin x="118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evan Virk" userId="e4151d08-4059-4e88-b62d-4ccc0b7bab83" providerId="ADAL" clId="{FDDCC262-4852-4054-91AE-05DDEE4204B1}"/>
    <pc:docChg chg="custSel mod modSld modMainMaster">
      <pc:chgData name="Jeevan Virk" userId="e4151d08-4059-4e88-b62d-4ccc0b7bab83" providerId="ADAL" clId="{FDDCC262-4852-4054-91AE-05DDEE4204B1}" dt="2026-05-14T10:16:30.753" v="131" actId="20577"/>
      <pc:docMkLst>
        <pc:docMk/>
      </pc:docMkLst>
      <pc:sldChg chg="modSp mod">
        <pc:chgData name="Jeevan Virk" userId="e4151d08-4059-4e88-b62d-4ccc0b7bab83" providerId="ADAL" clId="{FDDCC262-4852-4054-91AE-05DDEE4204B1}" dt="2026-05-14T10:16:30.753" v="131" actId="20577"/>
        <pc:sldMkLst>
          <pc:docMk/>
          <pc:sldMk cId="733344600" sldId="258"/>
        </pc:sldMkLst>
        <pc:spChg chg="mod">
          <ac:chgData name="Jeevan Virk" userId="e4151d08-4059-4e88-b62d-4ccc0b7bab83" providerId="ADAL" clId="{FDDCC262-4852-4054-91AE-05DDEE4204B1}" dt="2026-05-14T10:16:30.753" v="131" actId="20577"/>
          <ac:spMkLst>
            <pc:docMk/>
            <pc:sldMk cId="733344600" sldId="258"/>
            <ac:spMk id="5" creationId="{E6D17B1E-4C02-79A8-325F-F3A9F05E90A9}"/>
          </ac:spMkLst>
        </pc:spChg>
      </pc:sldChg>
      <pc:sldChg chg="delSp mod">
        <pc:chgData name="Jeevan Virk" userId="e4151d08-4059-4e88-b62d-4ccc0b7bab83" providerId="ADAL" clId="{FDDCC262-4852-4054-91AE-05DDEE4204B1}" dt="2026-05-14T10:16:09.410" v="129" actId="478"/>
        <pc:sldMkLst>
          <pc:docMk/>
          <pc:sldMk cId="638018240" sldId="3383"/>
        </pc:sldMkLst>
        <pc:grpChg chg="del">
          <ac:chgData name="Jeevan Virk" userId="e4151d08-4059-4e88-b62d-4ccc0b7bab83" providerId="ADAL" clId="{FDDCC262-4852-4054-91AE-05DDEE4204B1}" dt="2026-05-14T10:16:05.193" v="124" actId="478"/>
          <ac:grpSpMkLst>
            <pc:docMk/>
            <pc:sldMk cId="638018240" sldId="3383"/>
            <ac:grpSpMk id="2" creationId="{74369FDD-E578-CD3E-3392-3C99B40E3554}"/>
          </ac:grpSpMkLst>
        </pc:grpChg>
        <pc:grpChg chg="del">
          <ac:chgData name="Jeevan Virk" userId="e4151d08-4059-4e88-b62d-4ccc0b7bab83" providerId="ADAL" clId="{FDDCC262-4852-4054-91AE-05DDEE4204B1}" dt="2026-05-14T10:16:06.147" v="125" actId="478"/>
          <ac:grpSpMkLst>
            <pc:docMk/>
            <pc:sldMk cId="638018240" sldId="3383"/>
            <ac:grpSpMk id="9" creationId="{6937B8CC-681C-911A-F6CE-43D01D1377CF}"/>
          </ac:grpSpMkLst>
        </pc:grpChg>
        <pc:grpChg chg="del">
          <ac:chgData name="Jeevan Virk" userId="e4151d08-4059-4e88-b62d-4ccc0b7bab83" providerId="ADAL" clId="{FDDCC262-4852-4054-91AE-05DDEE4204B1}" dt="2026-05-14T10:16:07.977" v="127" actId="478"/>
          <ac:grpSpMkLst>
            <pc:docMk/>
            <pc:sldMk cId="638018240" sldId="3383"/>
            <ac:grpSpMk id="12" creationId="{21F532F9-4C83-62B2-E4D8-50D5D7D6058D}"/>
          </ac:grpSpMkLst>
        </pc:grpChg>
        <pc:grpChg chg="del">
          <ac:chgData name="Jeevan Virk" userId="e4151d08-4059-4e88-b62d-4ccc0b7bab83" providerId="ADAL" clId="{FDDCC262-4852-4054-91AE-05DDEE4204B1}" dt="2026-05-14T10:16:08.627" v="128" actId="478"/>
          <ac:grpSpMkLst>
            <pc:docMk/>
            <pc:sldMk cId="638018240" sldId="3383"/>
            <ac:grpSpMk id="15" creationId="{8D1BEFC2-BBA6-C041-07D1-43751D6463A6}"/>
          </ac:grpSpMkLst>
        </pc:grpChg>
        <pc:grpChg chg="del">
          <ac:chgData name="Jeevan Virk" userId="e4151d08-4059-4e88-b62d-4ccc0b7bab83" providerId="ADAL" clId="{FDDCC262-4852-4054-91AE-05DDEE4204B1}" dt="2026-05-14T10:16:09.410" v="129" actId="478"/>
          <ac:grpSpMkLst>
            <pc:docMk/>
            <pc:sldMk cId="638018240" sldId="3383"/>
            <ac:grpSpMk id="21" creationId="{ED5C1F6D-EF4E-7846-C2F1-01A90112CFDD}"/>
          </ac:grpSpMkLst>
        </pc:grpChg>
        <pc:grpChg chg="del">
          <ac:chgData name="Jeevan Virk" userId="e4151d08-4059-4e88-b62d-4ccc0b7bab83" providerId="ADAL" clId="{FDDCC262-4852-4054-91AE-05DDEE4204B1}" dt="2026-05-14T10:16:07.247" v="126" actId="478"/>
          <ac:grpSpMkLst>
            <pc:docMk/>
            <pc:sldMk cId="638018240" sldId="3383"/>
            <ac:grpSpMk id="35" creationId="{42F2C6EB-673D-5CDB-AC86-86FEB6C02827}"/>
          </ac:grpSpMkLst>
        </pc:grpChg>
      </pc:sldChg>
      <pc:sldChg chg="modSp mod">
        <pc:chgData name="Jeevan Virk" userId="e4151d08-4059-4e88-b62d-4ccc0b7bab83" providerId="ADAL" clId="{FDDCC262-4852-4054-91AE-05DDEE4204B1}" dt="2026-05-14T10:12:20.553" v="18" actId="20577"/>
        <pc:sldMkLst>
          <pc:docMk/>
          <pc:sldMk cId="1475582960" sldId="3387"/>
        </pc:sldMkLst>
        <pc:spChg chg="mod">
          <ac:chgData name="Jeevan Virk" userId="e4151d08-4059-4e88-b62d-4ccc0b7bab83" providerId="ADAL" clId="{FDDCC262-4852-4054-91AE-05DDEE4204B1}" dt="2026-05-14T10:12:20.553" v="18" actId="20577"/>
          <ac:spMkLst>
            <pc:docMk/>
            <pc:sldMk cId="1475582960" sldId="3387"/>
            <ac:spMk id="9" creationId="{CC1B89FD-7414-2FD2-C640-647F2737CCEA}"/>
          </ac:spMkLst>
        </pc:spChg>
      </pc:sldChg>
      <pc:sldChg chg="modSp mod">
        <pc:chgData name="Jeevan Virk" userId="e4151d08-4059-4e88-b62d-4ccc0b7bab83" providerId="ADAL" clId="{FDDCC262-4852-4054-91AE-05DDEE4204B1}" dt="2026-05-14T10:15:07.540" v="123" actId="20577"/>
        <pc:sldMkLst>
          <pc:docMk/>
          <pc:sldMk cId="4087324662" sldId="3389"/>
        </pc:sldMkLst>
        <pc:spChg chg="mod">
          <ac:chgData name="Jeevan Virk" userId="e4151d08-4059-4e88-b62d-4ccc0b7bab83" providerId="ADAL" clId="{FDDCC262-4852-4054-91AE-05DDEE4204B1}" dt="2026-05-14T10:15:07.540" v="123" actId="20577"/>
          <ac:spMkLst>
            <pc:docMk/>
            <pc:sldMk cId="4087324662" sldId="3389"/>
            <ac:spMk id="9" creationId="{8F4129B5-3194-2128-CB2D-062DA1C61F3E}"/>
          </ac:spMkLst>
        </pc:spChg>
      </pc:sldChg>
      <pc:sldMasterChg chg="addSp mod">
        <pc:chgData name="Jeevan Virk" userId="e4151d08-4059-4e88-b62d-4ccc0b7bab83" providerId="ADAL" clId="{FDDCC262-4852-4054-91AE-05DDEE4204B1}" dt="2026-05-14T10:11:46.228" v="10" actId="33475"/>
        <pc:sldMasterMkLst>
          <pc:docMk/>
          <pc:sldMasterMk cId="765033970" sldId="2147483660"/>
        </pc:sldMasterMkLst>
        <pc:spChg chg="add">
          <ac:chgData name="Jeevan Virk" userId="e4151d08-4059-4e88-b62d-4ccc0b7bab83" providerId="ADAL" clId="{FDDCC262-4852-4054-91AE-05DDEE4204B1}" dt="2026-05-14T10:11:46.228" v="10" actId="33475"/>
          <ac:spMkLst>
            <pc:docMk/>
            <pc:sldMasterMk cId="765033970" sldId="2147483660"/>
            <ac:spMk id="7" creationId="{4BFB44B7-D6CD-8290-6989-A98547442AC3}"/>
          </ac:spMkLst>
        </pc:spChg>
      </pc:sldMasterChg>
    </pc:docChg>
  </pc:docChgLst>
  <pc:docChgLst>
    <pc:chgData name="Greg Mullen" userId="S::gmullen@segotx.com::15d9f696-28c4-4111-b985-4ee728509f13" providerId="AD" clId="Web-{7AD61A0B-11C1-B933-0490-15FEDB8CF83E}"/>
    <pc:docChg chg="modSld">
      <pc:chgData name="Greg Mullen" userId="S::gmullen@segotx.com::15d9f696-28c4-4111-b985-4ee728509f13" providerId="AD" clId="Web-{7AD61A0B-11C1-B933-0490-15FEDB8CF83E}" dt="2026-05-14T13:34:32.299" v="453" actId="14100"/>
      <pc:docMkLst>
        <pc:docMk/>
      </pc:docMkLst>
      <pc:sldChg chg="addSp delSp modSp">
        <pc:chgData name="Greg Mullen" userId="S::gmullen@segotx.com::15d9f696-28c4-4111-b985-4ee728509f13" providerId="AD" clId="Web-{7AD61A0B-11C1-B933-0490-15FEDB8CF83E}" dt="2026-05-14T13:34:32.299" v="453" actId="14100"/>
        <pc:sldMkLst>
          <pc:docMk/>
          <pc:sldMk cId="638018240" sldId="3383"/>
        </pc:sldMkLst>
        <pc:spChg chg="add mod">
          <ac:chgData name="Greg Mullen" userId="S::gmullen@segotx.com::15d9f696-28c4-4111-b985-4ee728509f13" providerId="AD" clId="Web-{7AD61A0B-11C1-B933-0490-15FEDB8CF83E}" dt="2026-05-14T13:23:40.287" v="193" actId="20577"/>
          <ac:spMkLst>
            <pc:docMk/>
            <pc:sldMk cId="638018240" sldId="3383"/>
            <ac:spMk id="2" creationId="{1420A435-4D1B-A173-263F-5D3DD4404859}"/>
          </ac:spMkLst>
        </pc:spChg>
        <pc:spChg chg="add mod">
          <ac:chgData name="Greg Mullen" userId="S::gmullen@segotx.com::15d9f696-28c4-4111-b985-4ee728509f13" providerId="AD" clId="Web-{7AD61A0B-11C1-B933-0490-15FEDB8CF83E}" dt="2026-05-14T13:25:38.839" v="292" actId="20577"/>
          <ac:spMkLst>
            <pc:docMk/>
            <pc:sldMk cId="638018240" sldId="3383"/>
            <ac:spMk id="3" creationId="{997FC95B-626D-21D5-4209-5330718C35C8}"/>
          </ac:spMkLst>
        </pc:spChg>
        <pc:spChg chg="mod">
          <ac:chgData name="Greg Mullen" userId="S::gmullen@segotx.com::15d9f696-28c4-4111-b985-4ee728509f13" providerId="AD" clId="Web-{7AD61A0B-11C1-B933-0490-15FEDB8CF83E}" dt="2026-05-14T13:32:59.045" v="451" actId="20577"/>
          <ac:spMkLst>
            <pc:docMk/>
            <pc:sldMk cId="638018240" sldId="3383"/>
            <ac:spMk id="19" creationId="{FC013229-3393-232E-B15E-79356FBE807F}"/>
          </ac:spMkLst>
        </pc:spChg>
        <pc:spChg chg="mod">
          <ac:chgData name="Greg Mullen" userId="S::gmullen@segotx.com::15d9f696-28c4-4111-b985-4ee728509f13" providerId="AD" clId="Web-{7AD61A0B-11C1-B933-0490-15FEDB8CF83E}" dt="2026-05-14T13:20:06.886" v="126" actId="20577"/>
          <ac:spMkLst>
            <pc:docMk/>
            <pc:sldMk cId="638018240" sldId="3383"/>
            <ac:spMk id="22" creationId="{65C7D00B-8DEE-A718-B738-D01818718076}"/>
          </ac:spMkLst>
        </pc:spChg>
        <pc:spChg chg="del mod">
          <ac:chgData name="Greg Mullen" userId="S::gmullen@segotx.com::15d9f696-28c4-4111-b985-4ee728509f13" providerId="AD" clId="Web-{7AD61A0B-11C1-B933-0490-15FEDB8CF83E}" dt="2026-05-14T13:19:52.620" v="123"/>
          <ac:spMkLst>
            <pc:docMk/>
            <pc:sldMk cId="638018240" sldId="3383"/>
            <ac:spMk id="23" creationId="{54A89373-A77B-BE2A-9518-7C6BBDA2D664}"/>
          </ac:spMkLst>
        </pc:spChg>
        <pc:spChg chg="mod">
          <ac:chgData name="Greg Mullen" userId="S::gmullen@segotx.com::15d9f696-28c4-4111-b985-4ee728509f13" providerId="AD" clId="Web-{7AD61A0B-11C1-B933-0490-15FEDB8CF83E}" dt="2026-05-14T13:29:29.771" v="372" actId="20577"/>
          <ac:spMkLst>
            <pc:docMk/>
            <pc:sldMk cId="638018240" sldId="3383"/>
            <ac:spMk id="27" creationId="{FC25CC3D-D544-FD8F-AB4D-B85419AC6513}"/>
          </ac:spMkLst>
        </pc:spChg>
        <pc:spChg chg="mod">
          <ac:chgData name="Greg Mullen" userId="S::gmullen@segotx.com::15d9f696-28c4-4111-b985-4ee728509f13" providerId="AD" clId="Web-{7AD61A0B-11C1-B933-0490-15FEDB8CF83E}" dt="2026-05-14T13:15:11.578" v="27" actId="20577"/>
          <ac:spMkLst>
            <pc:docMk/>
            <pc:sldMk cId="638018240" sldId="3383"/>
            <ac:spMk id="34" creationId="{5BBFF017-3B18-E4B9-30F2-83EA592E8904}"/>
          </ac:spMkLst>
        </pc:spChg>
        <pc:spChg chg="mod">
          <ac:chgData name="Greg Mullen" userId="S::gmullen@segotx.com::15d9f696-28c4-4111-b985-4ee728509f13" providerId="AD" clId="Web-{7AD61A0B-11C1-B933-0490-15FEDB8CF83E}" dt="2026-05-14T13:34:32.299" v="453" actId="14100"/>
          <ac:spMkLst>
            <pc:docMk/>
            <pc:sldMk cId="638018240" sldId="3383"/>
            <ac:spMk id="43" creationId="{180A963D-8BF6-C753-7489-544474F21377}"/>
          </ac:spMkLst>
        </pc:spChg>
      </pc:sldChg>
    </pc:docChg>
  </pc:docChgLst>
  <pc:docChgLst>
    <pc:chgData name="Greg Mullen" userId="S::gmullen@segotx.com::15d9f696-28c4-4111-b985-4ee728509f13" providerId="AD" clId="Web-{9B6AB715-EB25-1FD9-5CC9-4B78735E3760}"/>
    <pc:docChg chg="modSld">
      <pc:chgData name="Greg Mullen" userId="S::gmullen@segotx.com::15d9f696-28c4-4111-b985-4ee728509f13" providerId="AD" clId="Web-{9B6AB715-EB25-1FD9-5CC9-4B78735E3760}" dt="2026-05-14T13:13:15.788" v="678"/>
      <pc:docMkLst>
        <pc:docMk/>
      </pc:docMkLst>
      <pc:sldChg chg="addSp delSp modSp">
        <pc:chgData name="Greg Mullen" userId="S::gmullen@segotx.com::15d9f696-28c4-4111-b985-4ee728509f13" providerId="AD" clId="Web-{9B6AB715-EB25-1FD9-5CC9-4B78735E3760}" dt="2026-05-14T13:13:15.788" v="678"/>
        <pc:sldMkLst>
          <pc:docMk/>
          <pc:sldMk cId="638018240" sldId="3383"/>
        </pc:sldMkLst>
        <pc:spChg chg="mod">
          <ac:chgData name="Greg Mullen" userId="S::gmullen@segotx.com::15d9f696-28c4-4111-b985-4ee728509f13" providerId="AD" clId="Web-{9B6AB715-EB25-1FD9-5CC9-4B78735E3760}" dt="2026-05-14T09:42:25.458" v="5" actId="1076"/>
          <ac:spMkLst>
            <pc:docMk/>
            <pc:sldMk cId="638018240" sldId="3383"/>
            <ac:spMk id="18" creationId="{96E5FFD5-78FD-2FB4-EA52-0D79F7324BCD}"/>
          </ac:spMkLst>
        </pc:spChg>
        <pc:spChg chg="mod">
          <ac:chgData name="Greg Mullen" userId="S::gmullen@segotx.com::15d9f696-28c4-4111-b985-4ee728509f13" providerId="AD" clId="Web-{9B6AB715-EB25-1FD9-5CC9-4B78735E3760}" dt="2026-05-14T11:24:25.249" v="244" actId="1076"/>
          <ac:spMkLst>
            <pc:docMk/>
            <pc:sldMk cId="638018240" sldId="3383"/>
            <ac:spMk id="19" creationId="{FC013229-3393-232E-B15E-79356FBE807F}"/>
          </ac:spMkLst>
        </pc:spChg>
        <pc:spChg chg="mod">
          <ac:chgData name="Greg Mullen" userId="S::gmullen@segotx.com::15d9f696-28c4-4111-b985-4ee728509f13" providerId="AD" clId="Web-{9B6AB715-EB25-1FD9-5CC9-4B78735E3760}" dt="2026-05-14T09:48:11.237" v="189" actId="1076"/>
          <ac:spMkLst>
            <pc:docMk/>
            <pc:sldMk cId="638018240" sldId="3383"/>
            <ac:spMk id="20" creationId="{4A1F1660-75C0-37E3-FE16-9187139B826F}"/>
          </ac:spMkLst>
        </pc:spChg>
        <pc:spChg chg="mod">
          <ac:chgData name="Greg Mullen" userId="S::gmullen@segotx.com::15d9f696-28c4-4111-b985-4ee728509f13" providerId="AD" clId="Web-{9B6AB715-EB25-1FD9-5CC9-4B78735E3760}" dt="2026-05-14T13:00:43.263" v="577" actId="1076"/>
          <ac:spMkLst>
            <pc:docMk/>
            <pc:sldMk cId="638018240" sldId="3383"/>
            <ac:spMk id="22" creationId="{65C7D00B-8DEE-A718-B738-D01818718076}"/>
          </ac:spMkLst>
        </pc:spChg>
        <pc:spChg chg="mod">
          <ac:chgData name="Greg Mullen" userId="S::gmullen@segotx.com::15d9f696-28c4-4111-b985-4ee728509f13" providerId="AD" clId="Web-{9B6AB715-EB25-1FD9-5CC9-4B78735E3760}" dt="2026-05-14T11:24:22.218" v="243" actId="1076"/>
          <ac:spMkLst>
            <pc:docMk/>
            <pc:sldMk cId="638018240" sldId="3383"/>
            <ac:spMk id="23" creationId="{54A89373-A77B-BE2A-9518-7C6BBDA2D664}"/>
          </ac:spMkLst>
        </pc:spChg>
        <pc:spChg chg="mod">
          <ac:chgData name="Greg Mullen" userId="S::gmullen@segotx.com::15d9f696-28c4-4111-b985-4ee728509f13" providerId="AD" clId="Web-{9B6AB715-EB25-1FD9-5CC9-4B78735E3760}" dt="2026-05-14T13:00:45.888" v="578" actId="1076"/>
          <ac:spMkLst>
            <pc:docMk/>
            <pc:sldMk cId="638018240" sldId="3383"/>
            <ac:spMk id="27" creationId="{FC25CC3D-D544-FD8F-AB4D-B85419AC6513}"/>
          </ac:spMkLst>
        </pc:spChg>
        <pc:spChg chg="add mod">
          <ac:chgData name="Greg Mullen" userId="S::gmullen@segotx.com::15d9f696-28c4-4111-b985-4ee728509f13" providerId="AD" clId="Web-{9B6AB715-EB25-1FD9-5CC9-4B78735E3760}" dt="2026-05-14T11:23:33.903" v="230" actId="1076"/>
          <ac:spMkLst>
            <pc:docMk/>
            <pc:sldMk cId="638018240" sldId="3383"/>
            <ac:spMk id="31" creationId="{0423AC29-9729-88C7-96C1-B06A8D7CEAE3}"/>
          </ac:spMkLst>
        </pc:spChg>
        <pc:spChg chg="add del">
          <ac:chgData name="Greg Mullen" userId="S::gmullen@segotx.com::15d9f696-28c4-4111-b985-4ee728509f13" providerId="AD" clId="Web-{9B6AB715-EB25-1FD9-5CC9-4B78735E3760}" dt="2026-05-14T09:44:31.432" v="55"/>
          <ac:spMkLst>
            <pc:docMk/>
            <pc:sldMk cId="638018240" sldId="3383"/>
            <ac:spMk id="33" creationId="{D340A593-AA20-A67C-06CB-07FA8FECED6A}"/>
          </ac:spMkLst>
        </pc:spChg>
        <pc:spChg chg="add mod">
          <ac:chgData name="Greg Mullen" userId="S::gmullen@segotx.com::15d9f696-28c4-4111-b985-4ee728509f13" providerId="AD" clId="Web-{9B6AB715-EB25-1FD9-5CC9-4B78735E3760}" dt="2026-05-14T13:07:42.901" v="675" actId="1076"/>
          <ac:spMkLst>
            <pc:docMk/>
            <pc:sldMk cId="638018240" sldId="3383"/>
            <ac:spMk id="34" creationId="{5BBFF017-3B18-E4B9-30F2-83EA592E8904}"/>
          </ac:spMkLst>
        </pc:spChg>
        <pc:spChg chg="mod">
          <ac:chgData name="Greg Mullen" userId="S::gmullen@segotx.com::15d9f696-28c4-4111-b985-4ee728509f13" providerId="AD" clId="Web-{9B6AB715-EB25-1FD9-5CC9-4B78735E3760}" dt="2026-05-14T11:23:39.872" v="231" actId="1076"/>
          <ac:spMkLst>
            <pc:docMk/>
            <pc:sldMk cId="638018240" sldId="3383"/>
            <ac:spMk id="42" creationId="{8DC03082-C377-3260-2056-46FFE0B05018}"/>
          </ac:spMkLst>
        </pc:spChg>
        <pc:spChg chg="mod">
          <ac:chgData name="Greg Mullen" userId="S::gmullen@segotx.com::15d9f696-28c4-4111-b985-4ee728509f13" providerId="AD" clId="Web-{9B6AB715-EB25-1FD9-5CC9-4B78735E3760}" dt="2026-05-14T13:07:27.900" v="673" actId="20577"/>
          <ac:spMkLst>
            <pc:docMk/>
            <pc:sldMk cId="638018240" sldId="3383"/>
            <ac:spMk id="43" creationId="{180A963D-8BF6-C753-7489-544474F21377}"/>
          </ac:spMkLst>
        </pc:spChg>
        <pc:spChg chg="mod">
          <ac:chgData name="Greg Mullen" userId="S::gmullen@segotx.com::15d9f696-28c4-4111-b985-4ee728509f13" providerId="AD" clId="Web-{9B6AB715-EB25-1FD9-5CC9-4B78735E3760}" dt="2026-05-14T11:23:21.294" v="228" actId="1076"/>
          <ac:spMkLst>
            <pc:docMk/>
            <pc:sldMk cId="638018240" sldId="3383"/>
            <ac:spMk id="49" creationId="{8E16F641-F499-48AC-977B-A2C2346EB9B4}"/>
          </ac:spMkLst>
        </pc:spChg>
        <pc:spChg chg="mod">
          <ac:chgData name="Greg Mullen" userId="S::gmullen@segotx.com::15d9f696-28c4-4111-b985-4ee728509f13" providerId="AD" clId="Web-{9B6AB715-EB25-1FD9-5CC9-4B78735E3760}" dt="2026-05-14T13:07:39.682" v="674" actId="1076"/>
          <ac:spMkLst>
            <pc:docMk/>
            <pc:sldMk cId="638018240" sldId="3383"/>
            <ac:spMk id="51" creationId="{9BD68452-AFE7-6895-5A60-196C3189191D}"/>
          </ac:spMkLst>
        </pc:spChg>
        <pc:spChg chg="mod">
          <ac:chgData name="Greg Mullen" userId="S::gmullen@segotx.com::15d9f696-28c4-4111-b985-4ee728509f13" providerId="AD" clId="Web-{9B6AB715-EB25-1FD9-5CC9-4B78735E3760}" dt="2026-05-14T09:42:42.693" v="9" actId="1076"/>
          <ac:spMkLst>
            <pc:docMk/>
            <pc:sldMk cId="638018240" sldId="3383"/>
            <ac:spMk id="60" creationId="{3384A2AD-2574-F6EE-3C60-BF56181545C1}"/>
          </ac:spMkLst>
        </pc:spChg>
        <pc:spChg chg="mod">
          <ac:chgData name="Greg Mullen" userId="S::gmullen@segotx.com::15d9f696-28c4-4111-b985-4ee728509f13" providerId="AD" clId="Web-{9B6AB715-EB25-1FD9-5CC9-4B78735E3760}" dt="2026-05-14T09:47:45.017" v="184" actId="1076"/>
          <ac:spMkLst>
            <pc:docMk/>
            <pc:sldMk cId="638018240" sldId="3383"/>
            <ac:spMk id="61" creationId="{7107242A-E3A7-6CCD-C596-6B957E75A4A4}"/>
          </ac:spMkLst>
        </pc:spChg>
        <pc:spChg chg="mod">
          <ac:chgData name="Greg Mullen" userId="S::gmullen@segotx.com::15d9f696-28c4-4111-b985-4ee728509f13" providerId="AD" clId="Web-{9B6AB715-EB25-1FD9-5CC9-4B78735E3760}" dt="2026-05-14T09:42:29.630" v="6" actId="1076"/>
          <ac:spMkLst>
            <pc:docMk/>
            <pc:sldMk cId="638018240" sldId="3383"/>
            <ac:spMk id="64" creationId="{C9516865-1487-03FF-B6E3-9AE03B1AAF93}"/>
          </ac:spMkLst>
        </pc:spChg>
        <pc:spChg chg="mod">
          <ac:chgData name="Greg Mullen" userId="S::gmullen@segotx.com::15d9f696-28c4-4111-b985-4ee728509f13" providerId="AD" clId="Web-{9B6AB715-EB25-1FD9-5CC9-4B78735E3760}" dt="2026-05-14T09:48:07.080" v="188" actId="1076"/>
          <ac:spMkLst>
            <pc:docMk/>
            <pc:sldMk cId="638018240" sldId="3383"/>
            <ac:spMk id="65" creationId="{507F31CC-D8A7-1509-4AB0-C4B1CFFDAB31}"/>
          </ac:spMkLst>
        </pc:spChg>
        <pc:spChg chg="mod">
          <ac:chgData name="Greg Mullen" userId="S::gmullen@segotx.com::15d9f696-28c4-4111-b985-4ee728509f13" providerId="AD" clId="Web-{9B6AB715-EB25-1FD9-5CC9-4B78735E3760}" dt="2026-05-14T13:00:35.262" v="576" actId="1076"/>
          <ac:spMkLst>
            <pc:docMk/>
            <pc:sldMk cId="638018240" sldId="3383"/>
            <ac:spMk id="76" creationId="{C6AC3CF6-F2D3-C680-ECF4-596166F67286}"/>
          </ac:spMkLst>
        </pc:spChg>
        <pc:spChg chg="del mod">
          <ac:chgData name="Greg Mullen" userId="S::gmullen@segotx.com::15d9f696-28c4-4111-b985-4ee728509f13" providerId="AD" clId="Web-{9B6AB715-EB25-1FD9-5CC9-4B78735E3760}" dt="2026-05-14T13:13:15.788" v="678"/>
          <ac:spMkLst>
            <pc:docMk/>
            <pc:sldMk cId="638018240" sldId="3383"/>
            <ac:spMk id="77" creationId="{4E6706F2-16A4-720C-AD0F-0FB890D25D3B}"/>
          </ac:spMkLst>
        </pc:spChg>
        <pc:grpChg chg="mod">
          <ac:chgData name="Greg Mullen" userId="S::gmullen@segotx.com::15d9f696-28c4-4111-b985-4ee728509f13" providerId="AD" clId="Web-{9B6AB715-EB25-1FD9-5CC9-4B78735E3760}" dt="2026-05-14T09:47:17.078" v="177" actId="1076"/>
          <ac:grpSpMkLst>
            <pc:docMk/>
            <pc:sldMk cId="638018240" sldId="3383"/>
            <ac:grpSpMk id="2" creationId="{74369FDD-E578-CD3E-3392-3C99B40E3554}"/>
          </ac:grpSpMkLst>
        </pc:grpChg>
        <pc:grpChg chg="mod">
          <ac:chgData name="Greg Mullen" userId="S::gmullen@segotx.com::15d9f696-28c4-4111-b985-4ee728509f13" providerId="AD" clId="Web-{9B6AB715-EB25-1FD9-5CC9-4B78735E3760}" dt="2026-05-14T09:47:24.454" v="179" actId="1076"/>
          <ac:grpSpMkLst>
            <pc:docMk/>
            <pc:sldMk cId="638018240" sldId="3383"/>
            <ac:grpSpMk id="9" creationId="{6937B8CC-681C-911A-F6CE-43D01D1377CF}"/>
          </ac:grpSpMkLst>
        </pc:grpChg>
        <pc:grpChg chg="mod">
          <ac:chgData name="Greg Mullen" userId="S::gmullen@segotx.com::15d9f696-28c4-4111-b985-4ee728509f13" providerId="AD" clId="Web-{9B6AB715-EB25-1FD9-5CC9-4B78735E3760}" dt="2026-05-14T09:47:58.392" v="186" actId="1076"/>
          <ac:grpSpMkLst>
            <pc:docMk/>
            <pc:sldMk cId="638018240" sldId="3383"/>
            <ac:grpSpMk id="12" creationId="{21F532F9-4C83-62B2-E4D8-50D5D7D6058D}"/>
          </ac:grpSpMkLst>
        </pc:grpChg>
        <pc:grpChg chg="mod">
          <ac:chgData name="Greg Mullen" userId="S::gmullen@segotx.com::15d9f696-28c4-4111-b985-4ee728509f13" providerId="AD" clId="Web-{9B6AB715-EB25-1FD9-5CC9-4B78735E3760}" dt="2026-05-14T09:42:54.131" v="11" actId="1076"/>
          <ac:grpSpMkLst>
            <pc:docMk/>
            <pc:sldMk cId="638018240" sldId="3383"/>
            <ac:grpSpMk id="26" creationId="{D4F84686-0A5F-B4A5-5127-B1D6BCC97B29}"/>
          </ac:grpSpMkLst>
        </pc:grpChg>
        <pc:grpChg chg="add mod">
          <ac:chgData name="Greg Mullen" userId="S::gmullen@segotx.com::15d9f696-28c4-4111-b985-4ee728509f13" providerId="AD" clId="Web-{9B6AB715-EB25-1FD9-5CC9-4B78735E3760}" dt="2026-05-14T09:42:46.475" v="10" actId="1076"/>
          <ac:grpSpMkLst>
            <pc:docMk/>
            <pc:sldMk cId="638018240" sldId="3383"/>
            <ac:grpSpMk id="28" creationId="{0E9C7DBD-D4EC-97E9-004F-2CA1C164C432}"/>
          </ac:grpSpMkLst>
        </pc:grpChg>
        <pc:grpChg chg="mod">
          <ac:chgData name="Greg Mullen" userId="S::gmullen@segotx.com::15d9f696-28c4-4111-b985-4ee728509f13" providerId="AD" clId="Web-{9B6AB715-EB25-1FD9-5CC9-4B78735E3760}" dt="2026-05-14T09:42:39.115" v="8" actId="1076"/>
          <ac:grpSpMkLst>
            <pc:docMk/>
            <pc:sldMk cId="638018240" sldId="3383"/>
            <ac:grpSpMk id="32" creationId="{5C1890C5-BD27-EA82-C8ED-87AEA4A910B1}"/>
          </ac:grpSpMkLst>
        </pc:grpChg>
        <pc:grpChg chg="add mod">
          <ac:chgData name="Greg Mullen" userId="S::gmullen@segotx.com::15d9f696-28c4-4111-b985-4ee728509f13" providerId="AD" clId="Web-{9B6AB715-EB25-1FD9-5CC9-4B78735E3760}" dt="2026-05-14T09:47:38.829" v="183" actId="1076"/>
          <ac:grpSpMkLst>
            <pc:docMk/>
            <pc:sldMk cId="638018240" sldId="3383"/>
            <ac:grpSpMk id="35" creationId="{42F2C6EB-673D-5CDB-AC86-86FEB6C02827}"/>
          </ac:grpSpMkLst>
        </pc:grpChg>
        <pc:picChg chg="mod">
          <ac:chgData name="Greg Mullen" userId="S::gmullen@segotx.com::15d9f696-28c4-4111-b985-4ee728509f13" providerId="AD" clId="Web-{9B6AB715-EB25-1FD9-5CC9-4B78735E3760}" dt="2026-05-14T09:47:52.798" v="185" actId="1076"/>
          <ac:picMkLst>
            <pc:docMk/>
            <pc:sldMk cId="638018240" sldId="3383"/>
            <ac:picMk id="14" creationId="{5936D525-6F70-9EFC-6368-62DB8B69A462}"/>
          </ac:picMkLst>
        </pc:picChg>
      </pc:sldChg>
    </pc:docChg>
  </pc:docChgLst>
  <pc:docChgLst>
    <pc:chgData name="Greg Mullen" userId="S::gmullen@segotx.com::15d9f696-28c4-4111-b985-4ee728509f13" providerId="AD" clId="Web-{34F58E38-2207-981F-FB43-60BA4A515C55}"/>
    <pc:docChg chg="modSld">
      <pc:chgData name="Greg Mullen" userId="S::gmullen@segotx.com::15d9f696-28c4-4111-b985-4ee728509f13" providerId="AD" clId="Web-{34F58E38-2207-981F-FB43-60BA4A515C55}" dt="2026-05-14T09:37:58.043" v="156" actId="14100"/>
      <pc:docMkLst>
        <pc:docMk/>
      </pc:docMkLst>
      <pc:sldChg chg="addSp delSp modSp">
        <pc:chgData name="Greg Mullen" userId="S::gmullen@segotx.com::15d9f696-28c4-4111-b985-4ee728509f13" providerId="AD" clId="Web-{34F58E38-2207-981F-FB43-60BA4A515C55}" dt="2026-05-14T09:37:58.043" v="156" actId="14100"/>
        <pc:sldMkLst>
          <pc:docMk/>
          <pc:sldMk cId="638018240" sldId="3383"/>
        </pc:sldMkLst>
        <pc:spChg chg="mod">
          <ac:chgData name="Greg Mullen" userId="S::gmullen@segotx.com::15d9f696-28c4-4111-b985-4ee728509f13" providerId="AD" clId="Web-{34F58E38-2207-981F-FB43-60BA4A515C55}" dt="2026-05-14T09:19:09.957" v="49" actId="20577"/>
          <ac:spMkLst>
            <pc:docMk/>
            <pc:sldMk cId="638018240" sldId="3383"/>
            <ac:spMk id="4" creationId="{31D34781-ED04-72D8-1AE4-196E31420BA0}"/>
          </ac:spMkLst>
        </pc:spChg>
        <pc:spChg chg="mod">
          <ac:chgData name="Greg Mullen" userId="S::gmullen@segotx.com::15d9f696-28c4-4111-b985-4ee728509f13" providerId="AD" clId="Web-{34F58E38-2207-981F-FB43-60BA4A515C55}" dt="2026-05-14T09:37:58.043" v="156" actId="14100"/>
          <ac:spMkLst>
            <pc:docMk/>
            <pc:sldMk cId="638018240" sldId="3383"/>
            <ac:spMk id="18" creationId="{96E5FFD5-78FD-2FB4-EA52-0D79F7324BCD}"/>
          </ac:spMkLst>
        </pc:spChg>
        <pc:spChg chg="add mod">
          <ac:chgData name="Greg Mullen" userId="S::gmullen@segotx.com::15d9f696-28c4-4111-b985-4ee728509f13" providerId="AD" clId="Web-{34F58E38-2207-981F-FB43-60BA4A515C55}" dt="2026-05-14T09:37:31.604" v="141" actId="1076"/>
          <ac:spMkLst>
            <pc:docMk/>
            <pc:sldMk cId="638018240" sldId="3383"/>
            <ac:spMk id="19" creationId="{FC013229-3393-232E-B15E-79356FBE807F}"/>
          </ac:spMkLst>
        </pc:spChg>
        <pc:spChg chg="mod">
          <ac:chgData name="Greg Mullen" userId="S::gmullen@segotx.com::15d9f696-28c4-4111-b985-4ee728509f13" providerId="AD" clId="Web-{34F58E38-2207-981F-FB43-60BA4A515C55}" dt="2026-05-14T09:37:31.542" v="138" actId="1076"/>
          <ac:spMkLst>
            <pc:docMk/>
            <pc:sldMk cId="638018240" sldId="3383"/>
            <ac:spMk id="20" creationId="{4A1F1660-75C0-37E3-FE16-9187139B826F}"/>
          </ac:spMkLst>
        </pc:spChg>
        <pc:spChg chg="mod">
          <ac:chgData name="Greg Mullen" userId="S::gmullen@segotx.com::15d9f696-28c4-4111-b985-4ee728509f13" providerId="AD" clId="Web-{34F58E38-2207-981F-FB43-60BA4A515C55}" dt="2026-05-14T09:37:51.355" v="146" actId="1076"/>
          <ac:spMkLst>
            <pc:docMk/>
            <pc:sldMk cId="638018240" sldId="3383"/>
            <ac:spMk id="22" creationId="{65C7D00B-8DEE-A718-B738-D01818718076}"/>
          </ac:spMkLst>
        </pc:spChg>
        <pc:spChg chg="mod">
          <ac:chgData name="Greg Mullen" userId="S::gmullen@segotx.com::15d9f696-28c4-4111-b985-4ee728509f13" providerId="AD" clId="Web-{34F58E38-2207-981F-FB43-60BA4A515C55}" dt="2026-05-14T09:37:51.387" v="147" actId="1076"/>
          <ac:spMkLst>
            <pc:docMk/>
            <pc:sldMk cId="638018240" sldId="3383"/>
            <ac:spMk id="23" creationId="{54A89373-A77B-BE2A-9518-7C6BBDA2D664}"/>
          </ac:spMkLst>
        </pc:spChg>
        <pc:spChg chg="mod">
          <ac:chgData name="Greg Mullen" userId="S::gmullen@segotx.com::15d9f696-28c4-4111-b985-4ee728509f13" providerId="AD" clId="Web-{34F58E38-2207-981F-FB43-60BA4A515C55}" dt="2026-05-14T09:37:31.589" v="140" actId="1076"/>
          <ac:spMkLst>
            <pc:docMk/>
            <pc:sldMk cId="638018240" sldId="3383"/>
            <ac:spMk id="27" creationId="{FC25CC3D-D544-FD8F-AB4D-B85419AC6513}"/>
          </ac:spMkLst>
        </pc:spChg>
        <pc:spChg chg="del">
          <ac:chgData name="Greg Mullen" userId="S::gmullen@segotx.com::15d9f696-28c4-4111-b985-4ee728509f13" providerId="AD" clId="Web-{34F58E38-2207-981F-FB43-60BA4A515C55}" dt="2026-05-14T09:17:28.076" v="0"/>
          <ac:spMkLst>
            <pc:docMk/>
            <pc:sldMk cId="638018240" sldId="3383"/>
            <ac:spMk id="28" creationId="{90E4B060-FC64-1558-32CC-4576493C30AE}"/>
          </ac:spMkLst>
        </pc:spChg>
        <pc:spChg chg="mod">
          <ac:chgData name="Greg Mullen" userId="S::gmullen@segotx.com::15d9f696-28c4-4111-b985-4ee728509f13" providerId="AD" clId="Web-{34F58E38-2207-981F-FB43-60BA4A515C55}" dt="2026-05-14T09:31:41.912" v="84" actId="1076"/>
          <ac:spMkLst>
            <pc:docMk/>
            <pc:sldMk cId="638018240" sldId="3383"/>
            <ac:spMk id="42" creationId="{8DC03082-C377-3260-2056-46FFE0B05018}"/>
          </ac:spMkLst>
        </pc:spChg>
        <pc:spChg chg="mod">
          <ac:chgData name="Greg Mullen" userId="S::gmullen@segotx.com::15d9f696-28c4-4111-b985-4ee728509f13" providerId="AD" clId="Web-{34F58E38-2207-981F-FB43-60BA4A515C55}" dt="2026-05-14T09:31:41.943" v="85" actId="1076"/>
          <ac:spMkLst>
            <pc:docMk/>
            <pc:sldMk cId="638018240" sldId="3383"/>
            <ac:spMk id="43" creationId="{180A963D-8BF6-C753-7489-544474F21377}"/>
          </ac:spMkLst>
        </pc:spChg>
        <pc:spChg chg="mod">
          <ac:chgData name="Greg Mullen" userId="S::gmullen@segotx.com::15d9f696-28c4-4111-b985-4ee728509f13" providerId="AD" clId="Web-{34F58E38-2207-981F-FB43-60BA4A515C55}" dt="2026-05-14T09:32:03.350" v="92" actId="1076"/>
          <ac:spMkLst>
            <pc:docMk/>
            <pc:sldMk cId="638018240" sldId="3383"/>
            <ac:spMk id="49" creationId="{8E16F641-F499-48AC-977B-A2C2346EB9B4}"/>
          </ac:spMkLst>
        </pc:spChg>
        <pc:spChg chg="mod">
          <ac:chgData name="Greg Mullen" userId="S::gmullen@segotx.com::15d9f696-28c4-4111-b985-4ee728509f13" providerId="AD" clId="Web-{34F58E38-2207-981F-FB43-60BA4A515C55}" dt="2026-05-14T09:33:43.388" v="100" actId="1076"/>
          <ac:spMkLst>
            <pc:docMk/>
            <pc:sldMk cId="638018240" sldId="3383"/>
            <ac:spMk id="51" creationId="{9BD68452-AFE7-6895-5A60-196C3189191D}"/>
          </ac:spMkLst>
        </pc:spChg>
        <pc:spChg chg="mod">
          <ac:chgData name="Greg Mullen" userId="S::gmullen@segotx.com::15d9f696-28c4-4111-b985-4ee728509f13" providerId="AD" clId="Web-{34F58E38-2207-981F-FB43-60BA4A515C55}" dt="2026-05-14T09:31:41.849" v="81" actId="1076"/>
          <ac:spMkLst>
            <pc:docMk/>
            <pc:sldMk cId="638018240" sldId="3383"/>
            <ac:spMk id="60" creationId="{3384A2AD-2574-F6EE-3C60-BF56181545C1}"/>
          </ac:spMkLst>
        </pc:spChg>
        <pc:spChg chg="mod">
          <ac:chgData name="Greg Mullen" userId="S::gmullen@segotx.com::15d9f696-28c4-4111-b985-4ee728509f13" providerId="AD" clId="Web-{34F58E38-2207-981F-FB43-60BA4A515C55}" dt="2026-05-14T09:32:12.648" v="94" actId="14100"/>
          <ac:spMkLst>
            <pc:docMk/>
            <pc:sldMk cId="638018240" sldId="3383"/>
            <ac:spMk id="61" creationId="{7107242A-E3A7-6CCD-C596-6B957E75A4A4}"/>
          </ac:spMkLst>
        </pc:spChg>
        <pc:spChg chg="mod">
          <ac:chgData name="Greg Mullen" userId="S::gmullen@segotx.com::15d9f696-28c4-4111-b985-4ee728509f13" providerId="AD" clId="Web-{34F58E38-2207-981F-FB43-60BA4A515C55}" dt="2026-05-14T09:32:34.493" v="97" actId="1076"/>
          <ac:spMkLst>
            <pc:docMk/>
            <pc:sldMk cId="638018240" sldId="3383"/>
            <ac:spMk id="62" creationId="{187324EF-5F83-5C3C-A77D-C9522E0DAC42}"/>
          </ac:spMkLst>
        </pc:spChg>
        <pc:spChg chg="mod">
          <ac:chgData name="Greg Mullen" userId="S::gmullen@segotx.com::15d9f696-28c4-4111-b985-4ee728509f13" providerId="AD" clId="Web-{34F58E38-2207-981F-FB43-60BA4A515C55}" dt="2026-05-14T09:36:29.288" v="110" actId="1076"/>
          <ac:spMkLst>
            <pc:docMk/>
            <pc:sldMk cId="638018240" sldId="3383"/>
            <ac:spMk id="63" creationId="{5F89F888-BA53-461F-438F-A81F648846D8}"/>
          </ac:spMkLst>
        </pc:spChg>
        <pc:spChg chg="mod">
          <ac:chgData name="Greg Mullen" userId="S::gmullen@segotx.com::15d9f696-28c4-4111-b985-4ee728509f13" providerId="AD" clId="Web-{34F58E38-2207-981F-FB43-60BA4A515C55}" dt="2026-05-14T09:37:51.324" v="144" actId="1076"/>
          <ac:spMkLst>
            <pc:docMk/>
            <pc:sldMk cId="638018240" sldId="3383"/>
            <ac:spMk id="64" creationId="{C9516865-1487-03FF-B6E3-9AE03B1AAF93}"/>
          </ac:spMkLst>
        </pc:spChg>
        <pc:spChg chg="mod">
          <ac:chgData name="Greg Mullen" userId="S::gmullen@segotx.com::15d9f696-28c4-4111-b985-4ee728509f13" providerId="AD" clId="Web-{34F58E38-2207-981F-FB43-60BA4A515C55}" dt="2026-05-14T09:37:51.340" v="145" actId="1076"/>
          <ac:spMkLst>
            <pc:docMk/>
            <pc:sldMk cId="638018240" sldId="3383"/>
            <ac:spMk id="65" creationId="{507F31CC-D8A7-1509-4AB0-C4B1CFFDAB31}"/>
          </ac:spMkLst>
        </pc:spChg>
        <pc:spChg chg="mod">
          <ac:chgData name="Greg Mullen" userId="S::gmullen@segotx.com::15d9f696-28c4-4111-b985-4ee728509f13" providerId="AD" clId="Web-{34F58E38-2207-981F-FB43-60BA4A515C55}" dt="2026-05-14T09:37:51.402" v="148" actId="1076"/>
          <ac:spMkLst>
            <pc:docMk/>
            <pc:sldMk cId="638018240" sldId="3383"/>
            <ac:spMk id="76" creationId="{C6AC3CF6-F2D3-C680-ECF4-596166F67286}"/>
          </ac:spMkLst>
        </pc:spChg>
        <pc:spChg chg="mod">
          <ac:chgData name="Greg Mullen" userId="S::gmullen@segotx.com::15d9f696-28c4-4111-b985-4ee728509f13" providerId="AD" clId="Web-{34F58E38-2207-981F-FB43-60BA4A515C55}" dt="2026-05-14T09:37:51.418" v="149" actId="1076"/>
          <ac:spMkLst>
            <pc:docMk/>
            <pc:sldMk cId="638018240" sldId="3383"/>
            <ac:spMk id="77" creationId="{4E6706F2-16A4-720C-AD0F-0FB890D25D3B}"/>
          </ac:spMkLst>
        </pc:spChg>
        <pc:grpChg chg="mod">
          <ac:chgData name="Greg Mullen" userId="S::gmullen@segotx.com::15d9f696-28c4-4111-b985-4ee728509f13" providerId="AD" clId="Web-{34F58E38-2207-981F-FB43-60BA4A515C55}" dt="2026-05-14T09:31:41.990" v="88" actId="1076"/>
          <ac:grpSpMkLst>
            <pc:docMk/>
            <pc:sldMk cId="638018240" sldId="3383"/>
            <ac:grpSpMk id="2" creationId="{74369FDD-E578-CD3E-3392-3C99B40E3554}"/>
          </ac:grpSpMkLst>
        </pc:grpChg>
        <pc:grpChg chg="mod">
          <ac:chgData name="Greg Mullen" userId="S::gmullen@segotx.com::15d9f696-28c4-4111-b985-4ee728509f13" providerId="AD" clId="Web-{34F58E38-2207-981F-FB43-60BA4A515C55}" dt="2026-05-14T09:34:03.717" v="104" actId="1076"/>
          <ac:grpSpMkLst>
            <pc:docMk/>
            <pc:sldMk cId="638018240" sldId="3383"/>
            <ac:grpSpMk id="9" creationId="{6937B8CC-681C-911A-F6CE-43D01D1377CF}"/>
          </ac:grpSpMkLst>
        </pc:grpChg>
        <pc:grpChg chg="mod">
          <ac:chgData name="Greg Mullen" userId="S::gmullen@segotx.com::15d9f696-28c4-4111-b985-4ee728509f13" providerId="AD" clId="Web-{34F58E38-2207-981F-FB43-60BA4A515C55}" dt="2026-05-14T09:37:51.434" v="150" actId="1076"/>
          <ac:grpSpMkLst>
            <pc:docMk/>
            <pc:sldMk cId="638018240" sldId="3383"/>
            <ac:grpSpMk id="12" creationId="{21F532F9-4C83-62B2-E4D8-50D5D7D6058D}"/>
          </ac:grpSpMkLst>
        </pc:grpChg>
        <pc:grpChg chg="mod">
          <ac:chgData name="Greg Mullen" userId="S::gmullen@segotx.com::15d9f696-28c4-4111-b985-4ee728509f13" providerId="AD" clId="Web-{34F58E38-2207-981F-FB43-60BA4A515C55}" dt="2026-05-14T09:37:51.465" v="151" actId="1076"/>
          <ac:grpSpMkLst>
            <pc:docMk/>
            <pc:sldMk cId="638018240" sldId="3383"/>
            <ac:grpSpMk id="15" creationId="{8D1BEFC2-BBA6-C041-07D1-43751D6463A6}"/>
          </ac:grpSpMkLst>
        </pc:grpChg>
        <pc:grpChg chg="mod">
          <ac:chgData name="Greg Mullen" userId="S::gmullen@segotx.com::15d9f696-28c4-4111-b985-4ee728509f13" providerId="AD" clId="Web-{34F58E38-2207-981F-FB43-60BA4A515C55}" dt="2026-05-14T09:37:31.573" v="139" actId="1076"/>
          <ac:grpSpMkLst>
            <pc:docMk/>
            <pc:sldMk cId="638018240" sldId="3383"/>
            <ac:grpSpMk id="21" creationId="{ED5C1F6D-EF4E-7846-C2F1-01A90112CFDD}"/>
          </ac:grpSpMkLst>
        </pc:grpChg>
        <pc:grpChg chg="mod">
          <ac:chgData name="Greg Mullen" userId="S::gmullen@segotx.com::15d9f696-28c4-4111-b985-4ee728509f13" providerId="AD" clId="Web-{34F58E38-2207-981F-FB43-60BA4A515C55}" dt="2026-05-14T09:37:51.309" v="143" actId="1076"/>
          <ac:grpSpMkLst>
            <pc:docMk/>
            <pc:sldMk cId="638018240" sldId="3383"/>
            <ac:grpSpMk id="26" creationId="{D4F84686-0A5F-B4A5-5127-B1D6BCC97B29}"/>
          </ac:grpSpMkLst>
        </pc:grpChg>
        <pc:grpChg chg="mod">
          <ac:chgData name="Greg Mullen" userId="S::gmullen@segotx.com::15d9f696-28c4-4111-b985-4ee728509f13" providerId="AD" clId="Web-{34F58E38-2207-981F-FB43-60BA4A515C55}" dt="2026-05-14T09:31:41.896" v="83" actId="1076"/>
          <ac:grpSpMkLst>
            <pc:docMk/>
            <pc:sldMk cId="638018240" sldId="3383"/>
            <ac:grpSpMk id="32" creationId="{5C1890C5-BD27-EA82-C8ED-87AEA4A910B1}"/>
          </ac:grpSpMkLst>
        </pc:grpChg>
      </pc:sldChg>
    </pc:docChg>
  </pc:docChgLst>
  <pc:docChgLst>
    <pc:chgData name="Becca Levin" userId="08c76d0b-4d1f-44f5-8508-8653b2f54768" providerId="ADAL" clId="{5AA3B8CE-AFEA-44FA-ACCD-448CA31DFD0A}"/>
    <pc:docChg chg="undo custSel addSld delSld modSld sldOrd">
      <pc:chgData name="Becca Levin" userId="08c76d0b-4d1f-44f5-8508-8653b2f54768" providerId="ADAL" clId="{5AA3B8CE-AFEA-44FA-ACCD-448CA31DFD0A}" dt="2026-05-14T15:00:04.400" v="1708"/>
      <pc:docMkLst>
        <pc:docMk/>
      </pc:docMkLst>
      <pc:sldChg chg="add del">
        <pc:chgData name="Becca Levin" userId="08c76d0b-4d1f-44f5-8508-8653b2f54768" providerId="ADAL" clId="{5AA3B8CE-AFEA-44FA-ACCD-448CA31DFD0A}" dt="2026-05-13T21:21:04.912" v="95" actId="47"/>
        <pc:sldMkLst>
          <pc:docMk/>
          <pc:sldMk cId="2693459640" sldId="256"/>
        </pc:sldMkLst>
      </pc:sldChg>
      <pc:sldChg chg="delSp modSp add mod">
        <pc:chgData name="Becca Levin" userId="08c76d0b-4d1f-44f5-8508-8653b2f54768" providerId="ADAL" clId="{5AA3B8CE-AFEA-44FA-ACCD-448CA31DFD0A}" dt="2026-05-13T21:21:13.685" v="107" actId="20577"/>
        <pc:sldMkLst>
          <pc:docMk/>
          <pc:sldMk cId="733344600" sldId="258"/>
        </pc:sldMkLst>
        <pc:spChg chg="mod">
          <ac:chgData name="Becca Levin" userId="08c76d0b-4d1f-44f5-8508-8653b2f54768" providerId="ADAL" clId="{5AA3B8CE-AFEA-44FA-ACCD-448CA31DFD0A}" dt="2026-05-13T21:21:13.685" v="107" actId="20577"/>
          <ac:spMkLst>
            <pc:docMk/>
            <pc:sldMk cId="733344600" sldId="258"/>
            <ac:spMk id="5" creationId="{E6D17B1E-4C02-79A8-325F-F3A9F05E90A9}"/>
          </ac:spMkLst>
        </pc:spChg>
        <pc:picChg chg="del">
          <ac:chgData name="Becca Levin" userId="08c76d0b-4d1f-44f5-8508-8653b2f54768" providerId="ADAL" clId="{5AA3B8CE-AFEA-44FA-ACCD-448CA31DFD0A}" dt="2026-05-13T21:21:07.698" v="96" actId="478"/>
          <ac:picMkLst>
            <pc:docMk/>
            <pc:sldMk cId="733344600" sldId="258"/>
            <ac:picMk id="3" creationId="{C37885B9-DAE8-716C-6C0B-3966576262A2}"/>
          </ac:picMkLst>
        </pc:picChg>
      </pc:sldChg>
      <pc:sldChg chg="add">
        <pc:chgData name="Becca Levin" userId="08c76d0b-4d1f-44f5-8508-8653b2f54768" providerId="ADAL" clId="{5AA3B8CE-AFEA-44FA-ACCD-448CA31DFD0A}" dt="2026-05-13T21:35:31.443" v="842"/>
        <pc:sldMkLst>
          <pc:docMk/>
          <pc:sldMk cId="1046433099" sldId="295"/>
        </pc:sldMkLst>
      </pc:sldChg>
      <pc:sldChg chg="add del">
        <pc:chgData name="Becca Levin" userId="08c76d0b-4d1f-44f5-8508-8653b2f54768" providerId="ADAL" clId="{5AA3B8CE-AFEA-44FA-ACCD-448CA31DFD0A}" dt="2026-05-13T21:35:50.958" v="845" actId="47"/>
        <pc:sldMkLst>
          <pc:docMk/>
          <pc:sldMk cId="3388185228" sldId="3338"/>
        </pc:sldMkLst>
      </pc:sldChg>
      <pc:sldChg chg="addSp delSp modSp add del mod">
        <pc:chgData name="Becca Levin" userId="08c76d0b-4d1f-44f5-8508-8653b2f54768" providerId="ADAL" clId="{5AA3B8CE-AFEA-44FA-ACCD-448CA31DFD0A}" dt="2026-05-14T14:56:15.309" v="1684" actId="47"/>
        <pc:sldMkLst>
          <pc:docMk/>
          <pc:sldMk cId="638018240" sldId="3383"/>
        </pc:sldMkLst>
        <pc:spChg chg="add mod">
          <ac:chgData name="Becca Levin" userId="08c76d0b-4d1f-44f5-8508-8653b2f54768" providerId="ADAL" clId="{5AA3B8CE-AFEA-44FA-ACCD-448CA31DFD0A}" dt="2026-05-13T21:42:22.519" v="1343" actId="1076"/>
          <ac:spMkLst>
            <pc:docMk/>
            <pc:sldMk cId="638018240" sldId="3383"/>
            <ac:spMk id="19" creationId="{5D7D4817-656F-178F-2A01-1428E0BA9000}"/>
          </ac:spMkLst>
        </pc:spChg>
        <pc:spChg chg="add del mod">
          <ac:chgData name="Becca Levin" userId="08c76d0b-4d1f-44f5-8508-8653b2f54768" providerId="ADAL" clId="{5AA3B8CE-AFEA-44FA-ACCD-448CA31DFD0A}" dt="2026-05-14T14:08:00.235" v="1346" actId="478"/>
          <ac:spMkLst>
            <pc:docMk/>
            <pc:sldMk cId="638018240" sldId="3383"/>
            <ac:spMk id="21" creationId="{0DF9C060-9570-C10A-9028-E98172D7DEC5}"/>
          </ac:spMkLst>
        </pc:spChg>
        <pc:spChg chg="mod">
          <ac:chgData name="Becca Levin" userId="08c76d0b-4d1f-44f5-8508-8653b2f54768" providerId="ADAL" clId="{5AA3B8CE-AFEA-44FA-ACCD-448CA31DFD0A}" dt="2026-05-14T14:45:00.879" v="1398" actId="1076"/>
          <ac:spMkLst>
            <pc:docMk/>
            <pc:sldMk cId="638018240" sldId="3383"/>
            <ac:spMk id="22" creationId="{65C7D00B-8DEE-A718-B738-D01818718076}"/>
          </ac:spMkLst>
        </pc:spChg>
        <pc:spChg chg="mod">
          <ac:chgData name="Becca Levin" userId="08c76d0b-4d1f-44f5-8508-8653b2f54768" providerId="ADAL" clId="{5AA3B8CE-AFEA-44FA-ACCD-448CA31DFD0A}" dt="2026-05-14T14:45:00.879" v="1398" actId="1076"/>
          <ac:spMkLst>
            <pc:docMk/>
            <pc:sldMk cId="638018240" sldId="3383"/>
            <ac:spMk id="27" creationId="{FC25CC3D-D544-FD8F-AB4D-B85419AC6513}"/>
          </ac:spMkLst>
        </pc:spChg>
        <pc:spChg chg="mod">
          <ac:chgData name="Becca Levin" userId="08c76d0b-4d1f-44f5-8508-8653b2f54768" providerId="ADAL" clId="{5AA3B8CE-AFEA-44FA-ACCD-448CA31DFD0A}" dt="2026-05-14T14:45:00.879" v="1398" actId="1076"/>
          <ac:spMkLst>
            <pc:docMk/>
            <pc:sldMk cId="638018240" sldId="3383"/>
            <ac:spMk id="31" creationId="{0423AC29-9729-88C7-96C1-B06A8D7CEAE3}"/>
          </ac:spMkLst>
        </pc:spChg>
        <pc:spChg chg="add mod">
          <ac:chgData name="Becca Levin" userId="08c76d0b-4d1f-44f5-8508-8653b2f54768" providerId="ADAL" clId="{5AA3B8CE-AFEA-44FA-ACCD-448CA31DFD0A}" dt="2026-05-14T14:08:38.986" v="1397" actId="1076"/>
          <ac:spMkLst>
            <pc:docMk/>
            <pc:sldMk cId="638018240" sldId="3383"/>
            <ac:spMk id="37" creationId="{38EC154B-EB03-FC9D-1FC7-5E904799EAC3}"/>
          </ac:spMkLst>
        </pc:spChg>
        <pc:spChg chg="mod">
          <ac:chgData name="Becca Levin" userId="08c76d0b-4d1f-44f5-8508-8653b2f54768" providerId="ADAL" clId="{5AA3B8CE-AFEA-44FA-ACCD-448CA31DFD0A}" dt="2026-05-14T14:45:00.879" v="1398" actId="1076"/>
          <ac:spMkLst>
            <pc:docMk/>
            <pc:sldMk cId="638018240" sldId="3383"/>
            <ac:spMk id="42" creationId="{8DC03082-C377-3260-2056-46FFE0B05018}"/>
          </ac:spMkLst>
        </pc:spChg>
        <pc:spChg chg="mod">
          <ac:chgData name="Becca Levin" userId="08c76d0b-4d1f-44f5-8508-8653b2f54768" providerId="ADAL" clId="{5AA3B8CE-AFEA-44FA-ACCD-448CA31DFD0A}" dt="2026-05-14T14:49:27.587" v="1557" actId="14100"/>
          <ac:spMkLst>
            <pc:docMk/>
            <pc:sldMk cId="638018240" sldId="3383"/>
            <ac:spMk id="43" creationId="{180A963D-8BF6-C753-7489-544474F21377}"/>
          </ac:spMkLst>
        </pc:spChg>
        <pc:spChg chg="mod">
          <ac:chgData name="Becca Levin" userId="08c76d0b-4d1f-44f5-8508-8653b2f54768" providerId="ADAL" clId="{5AA3B8CE-AFEA-44FA-ACCD-448CA31DFD0A}" dt="2026-05-14T14:45:00.879" v="1398" actId="1076"/>
          <ac:spMkLst>
            <pc:docMk/>
            <pc:sldMk cId="638018240" sldId="3383"/>
            <ac:spMk id="49" creationId="{8E16F641-F499-48AC-977B-A2C2346EB9B4}"/>
          </ac:spMkLst>
        </pc:spChg>
        <pc:spChg chg="mod">
          <ac:chgData name="Becca Levin" userId="08c76d0b-4d1f-44f5-8508-8653b2f54768" providerId="ADAL" clId="{5AA3B8CE-AFEA-44FA-ACCD-448CA31DFD0A}" dt="2026-05-14T14:45:00.879" v="1398" actId="1076"/>
          <ac:spMkLst>
            <pc:docMk/>
            <pc:sldMk cId="638018240" sldId="3383"/>
            <ac:spMk id="76" creationId="{C6AC3CF6-F2D3-C680-ECF4-596166F67286}"/>
          </ac:spMkLst>
        </pc:spChg>
      </pc:sldChg>
      <pc:sldChg chg="addSp delSp modSp new mod ord modClrScheme chgLayout">
        <pc:chgData name="Becca Levin" userId="08c76d0b-4d1f-44f5-8508-8653b2f54768" providerId="ADAL" clId="{5AA3B8CE-AFEA-44FA-ACCD-448CA31DFD0A}" dt="2026-05-14T14:59:47.183" v="1704"/>
        <pc:sldMkLst>
          <pc:docMk/>
          <pc:sldMk cId="3041408741" sldId="3384"/>
        </pc:sldMkLst>
        <pc:spChg chg="del mod ord">
          <ac:chgData name="Becca Levin" userId="08c76d0b-4d1f-44f5-8508-8653b2f54768" providerId="ADAL" clId="{5AA3B8CE-AFEA-44FA-ACCD-448CA31DFD0A}" dt="2026-05-13T21:19:41.133" v="3" actId="700"/>
          <ac:spMkLst>
            <pc:docMk/>
            <pc:sldMk cId="3041408741" sldId="3384"/>
            <ac:spMk id="2" creationId="{77222E46-B512-AA1C-F262-B9D709BA799B}"/>
          </ac:spMkLst>
        </pc:spChg>
        <pc:spChg chg="mod ord">
          <ac:chgData name="Becca Levin" userId="08c76d0b-4d1f-44f5-8508-8653b2f54768" providerId="ADAL" clId="{5AA3B8CE-AFEA-44FA-ACCD-448CA31DFD0A}" dt="2026-05-13T21:19:41.133" v="3" actId="700"/>
          <ac:spMkLst>
            <pc:docMk/>
            <pc:sldMk cId="3041408741" sldId="3384"/>
            <ac:spMk id="3" creationId="{F3F2FBA8-5B2B-7FC7-0AD0-3F0CBD259F47}"/>
          </ac:spMkLst>
        </pc:spChg>
        <pc:spChg chg="mod ord">
          <ac:chgData name="Becca Levin" userId="08c76d0b-4d1f-44f5-8508-8653b2f54768" providerId="ADAL" clId="{5AA3B8CE-AFEA-44FA-ACCD-448CA31DFD0A}" dt="2026-05-13T21:19:41.133" v="3" actId="700"/>
          <ac:spMkLst>
            <pc:docMk/>
            <pc:sldMk cId="3041408741" sldId="3384"/>
            <ac:spMk id="4" creationId="{74D53A9A-BC0B-2426-06B4-16D9F45DE0F1}"/>
          </ac:spMkLst>
        </pc:spChg>
        <pc:spChg chg="add mod ord">
          <ac:chgData name="Becca Levin" userId="08c76d0b-4d1f-44f5-8508-8653b2f54768" providerId="ADAL" clId="{5AA3B8CE-AFEA-44FA-ACCD-448CA31DFD0A}" dt="2026-05-13T21:23:14.936" v="146" actId="20577"/>
          <ac:spMkLst>
            <pc:docMk/>
            <pc:sldMk cId="3041408741" sldId="3384"/>
            <ac:spMk id="5" creationId="{3AEA00C7-30CC-C839-B4C8-9516536E4055}"/>
          </ac:spMkLst>
        </pc:spChg>
        <pc:spChg chg="add mod ord">
          <ac:chgData name="Becca Levin" userId="08c76d0b-4d1f-44f5-8508-8653b2f54768" providerId="ADAL" clId="{5AA3B8CE-AFEA-44FA-ACCD-448CA31DFD0A}" dt="2026-05-13T21:23:07.010" v="125" actId="20577"/>
          <ac:spMkLst>
            <pc:docMk/>
            <pc:sldMk cId="3041408741" sldId="3384"/>
            <ac:spMk id="6" creationId="{92AD719B-33FE-1C31-3C43-2EE98F84046E}"/>
          </ac:spMkLst>
        </pc:spChg>
      </pc:sldChg>
      <pc:sldChg chg="modSp add mod">
        <pc:chgData name="Becca Levin" userId="08c76d0b-4d1f-44f5-8508-8653b2f54768" providerId="ADAL" clId="{5AA3B8CE-AFEA-44FA-ACCD-448CA31DFD0A}" dt="2026-05-13T21:20:02.080" v="93" actId="20577"/>
        <pc:sldMkLst>
          <pc:docMk/>
          <pc:sldMk cId="2287007631" sldId="3385"/>
        </pc:sldMkLst>
        <pc:spChg chg="mod">
          <ac:chgData name="Becca Levin" userId="08c76d0b-4d1f-44f5-8508-8653b2f54768" providerId="ADAL" clId="{5AA3B8CE-AFEA-44FA-ACCD-448CA31DFD0A}" dt="2026-05-13T21:20:02.080" v="93" actId="20577"/>
          <ac:spMkLst>
            <pc:docMk/>
            <pc:sldMk cId="2287007631" sldId="3385"/>
            <ac:spMk id="5" creationId="{C6CD4C1D-A3AA-CCF4-41EA-AF6DC620E296}"/>
          </ac:spMkLst>
        </pc:spChg>
      </pc:sldChg>
      <pc:sldChg chg="add ord">
        <pc:chgData name="Becca Levin" userId="08c76d0b-4d1f-44f5-8508-8653b2f54768" providerId="ADAL" clId="{5AA3B8CE-AFEA-44FA-ACCD-448CA31DFD0A}" dt="2026-05-14T15:00:04.400" v="1708"/>
        <pc:sldMkLst>
          <pc:docMk/>
          <pc:sldMk cId="3160141537" sldId="3386"/>
        </pc:sldMkLst>
      </pc:sldChg>
      <pc:sldChg chg="addSp delSp modSp new mod modClrScheme chgLayout">
        <pc:chgData name="Becca Levin" userId="08c76d0b-4d1f-44f5-8508-8653b2f54768" providerId="ADAL" clId="{5AA3B8CE-AFEA-44FA-ACCD-448CA31DFD0A}" dt="2026-05-13T21:38:17.451" v="934" actId="20577"/>
        <pc:sldMkLst>
          <pc:docMk/>
          <pc:sldMk cId="1475582960" sldId="3387"/>
        </pc:sldMkLst>
        <pc:spChg chg="mod ord">
          <ac:chgData name="Becca Levin" userId="08c76d0b-4d1f-44f5-8508-8653b2f54768" providerId="ADAL" clId="{5AA3B8CE-AFEA-44FA-ACCD-448CA31DFD0A}" dt="2026-05-13T21:23:26.008" v="148" actId="700"/>
          <ac:spMkLst>
            <pc:docMk/>
            <pc:sldMk cId="1475582960" sldId="3387"/>
            <ac:spMk id="2" creationId="{F9E8D68A-87EC-407F-4847-5FB878693F89}"/>
          </ac:spMkLst>
        </pc:spChg>
        <pc:spChg chg="mod ord">
          <ac:chgData name="Becca Levin" userId="08c76d0b-4d1f-44f5-8508-8653b2f54768" providerId="ADAL" clId="{5AA3B8CE-AFEA-44FA-ACCD-448CA31DFD0A}" dt="2026-05-13T21:23:26.008" v="148" actId="700"/>
          <ac:spMkLst>
            <pc:docMk/>
            <pc:sldMk cId="1475582960" sldId="3387"/>
            <ac:spMk id="3" creationId="{14DD622C-F7B8-5F2C-86C3-4BAD05F087D1}"/>
          </ac:spMkLst>
        </pc:spChg>
        <pc:spChg chg="del mod ord">
          <ac:chgData name="Becca Levin" userId="08c76d0b-4d1f-44f5-8508-8653b2f54768" providerId="ADAL" clId="{5AA3B8CE-AFEA-44FA-ACCD-448CA31DFD0A}" dt="2026-05-13T21:23:26.008" v="148" actId="700"/>
          <ac:spMkLst>
            <pc:docMk/>
            <pc:sldMk cId="1475582960" sldId="3387"/>
            <ac:spMk id="4" creationId="{5756E55F-C796-D003-B77D-344A16640DE6}"/>
          </ac:spMkLst>
        </pc:spChg>
        <pc:spChg chg="del">
          <ac:chgData name="Becca Levin" userId="08c76d0b-4d1f-44f5-8508-8653b2f54768" providerId="ADAL" clId="{5AA3B8CE-AFEA-44FA-ACCD-448CA31DFD0A}" dt="2026-05-13T21:23:26.008" v="148" actId="700"/>
          <ac:spMkLst>
            <pc:docMk/>
            <pc:sldMk cId="1475582960" sldId="3387"/>
            <ac:spMk id="5" creationId="{5B6214D0-C2EA-61E0-49A2-DDD43AF8E361}"/>
          </ac:spMkLst>
        </pc:spChg>
        <pc:spChg chg="del">
          <ac:chgData name="Becca Levin" userId="08c76d0b-4d1f-44f5-8508-8653b2f54768" providerId="ADAL" clId="{5AA3B8CE-AFEA-44FA-ACCD-448CA31DFD0A}" dt="2026-05-13T21:23:26.008" v="148" actId="700"/>
          <ac:spMkLst>
            <pc:docMk/>
            <pc:sldMk cId="1475582960" sldId="3387"/>
            <ac:spMk id="6" creationId="{9E92E7BE-65F8-4249-17D5-C96EA3176F45}"/>
          </ac:spMkLst>
        </pc:spChg>
        <pc:spChg chg="del">
          <ac:chgData name="Becca Levin" userId="08c76d0b-4d1f-44f5-8508-8653b2f54768" providerId="ADAL" clId="{5AA3B8CE-AFEA-44FA-ACCD-448CA31DFD0A}" dt="2026-05-13T21:23:26.008" v="148" actId="700"/>
          <ac:spMkLst>
            <pc:docMk/>
            <pc:sldMk cId="1475582960" sldId="3387"/>
            <ac:spMk id="7" creationId="{64C479EE-140D-B1A4-72EC-2FD4B376B18D}"/>
          </ac:spMkLst>
        </pc:spChg>
        <pc:spChg chg="add mod ord">
          <ac:chgData name="Becca Levin" userId="08c76d0b-4d1f-44f5-8508-8653b2f54768" providerId="ADAL" clId="{5AA3B8CE-AFEA-44FA-ACCD-448CA31DFD0A}" dt="2026-05-13T21:29:33.602" v="275" actId="20577"/>
          <ac:spMkLst>
            <pc:docMk/>
            <pc:sldMk cId="1475582960" sldId="3387"/>
            <ac:spMk id="8" creationId="{9F22A97D-4D29-1475-D43C-31AFA3E104CB}"/>
          </ac:spMkLst>
        </pc:spChg>
        <pc:spChg chg="add mod">
          <ac:chgData name="Becca Levin" userId="08c76d0b-4d1f-44f5-8508-8653b2f54768" providerId="ADAL" clId="{5AA3B8CE-AFEA-44FA-ACCD-448CA31DFD0A}" dt="2026-05-13T21:38:15.254" v="932"/>
          <ac:spMkLst>
            <pc:docMk/>
            <pc:sldMk cId="1475582960" sldId="3387"/>
            <ac:spMk id="9" creationId="{CC1B89FD-7414-2FD2-C640-647F2737CCEA}"/>
          </ac:spMkLst>
        </pc:spChg>
        <pc:spChg chg="add del mod">
          <ac:chgData name="Becca Levin" userId="08c76d0b-4d1f-44f5-8508-8653b2f54768" providerId="ADAL" clId="{5AA3B8CE-AFEA-44FA-ACCD-448CA31DFD0A}" dt="2026-05-13T21:26:19.686" v="184" actId="478"/>
          <ac:spMkLst>
            <pc:docMk/>
            <pc:sldMk cId="1475582960" sldId="3387"/>
            <ac:spMk id="10" creationId="{6A77EFD8-5C3D-9163-2B54-3ACA355D913B}"/>
          </ac:spMkLst>
        </pc:spChg>
        <pc:spChg chg="add mod">
          <ac:chgData name="Becca Levin" userId="08c76d0b-4d1f-44f5-8508-8653b2f54768" providerId="ADAL" clId="{5AA3B8CE-AFEA-44FA-ACCD-448CA31DFD0A}" dt="2026-05-13T21:29:36.341" v="276" actId="1076"/>
          <ac:spMkLst>
            <pc:docMk/>
            <pc:sldMk cId="1475582960" sldId="3387"/>
            <ac:spMk id="11" creationId="{09639951-F3F1-EE11-CDFD-DCFDF1B81EB4}"/>
          </ac:spMkLst>
        </pc:spChg>
        <pc:spChg chg="add del">
          <ac:chgData name="Becca Levin" userId="08c76d0b-4d1f-44f5-8508-8653b2f54768" providerId="ADAL" clId="{5AA3B8CE-AFEA-44FA-ACCD-448CA31DFD0A}" dt="2026-05-13T21:26:57.566" v="210" actId="478"/>
          <ac:spMkLst>
            <pc:docMk/>
            <pc:sldMk cId="1475582960" sldId="3387"/>
            <ac:spMk id="12" creationId="{892412EC-95F1-5E3D-2385-9B107DE6D954}"/>
          </ac:spMkLst>
        </pc:spChg>
        <pc:spChg chg="add mod">
          <ac:chgData name="Becca Levin" userId="08c76d0b-4d1f-44f5-8508-8653b2f54768" providerId="ADAL" clId="{5AA3B8CE-AFEA-44FA-ACCD-448CA31DFD0A}" dt="2026-05-13T21:38:17.451" v="934" actId="20577"/>
          <ac:spMkLst>
            <pc:docMk/>
            <pc:sldMk cId="1475582960" sldId="3387"/>
            <ac:spMk id="13" creationId="{0A02403B-75E1-8E0A-F6DE-468AC29B3C47}"/>
          </ac:spMkLst>
        </pc:spChg>
      </pc:sldChg>
      <pc:sldChg chg="modSp add mod ord">
        <pc:chgData name="Becca Levin" userId="08c76d0b-4d1f-44f5-8508-8653b2f54768" providerId="ADAL" clId="{5AA3B8CE-AFEA-44FA-ACCD-448CA31DFD0A}" dt="2026-05-13T21:28:13.986" v="257"/>
        <pc:sldMkLst>
          <pc:docMk/>
          <pc:sldMk cId="580188948" sldId="3388"/>
        </pc:sldMkLst>
        <pc:spChg chg="mod">
          <ac:chgData name="Becca Levin" userId="08c76d0b-4d1f-44f5-8508-8653b2f54768" providerId="ADAL" clId="{5AA3B8CE-AFEA-44FA-ACCD-448CA31DFD0A}" dt="2026-05-13T21:28:09.037" v="255" actId="20577"/>
          <ac:spMkLst>
            <pc:docMk/>
            <pc:sldMk cId="580188948" sldId="3388"/>
            <ac:spMk id="9" creationId="{2E96110B-BEF9-6C19-E0E7-EB5A07379410}"/>
          </ac:spMkLst>
        </pc:spChg>
      </pc:sldChg>
      <pc:sldChg chg="modSp add mod">
        <pc:chgData name="Becca Levin" userId="08c76d0b-4d1f-44f5-8508-8653b2f54768" providerId="ADAL" clId="{5AA3B8CE-AFEA-44FA-ACCD-448CA31DFD0A}" dt="2026-05-13T21:41:51.225" v="1276" actId="20577"/>
        <pc:sldMkLst>
          <pc:docMk/>
          <pc:sldMk cId="4087324662" sldId="3389"/>
        </pc:sldMkLst>
        <pc:spChg chg="mod">
          <ac:chgData name="Becca Levin" userId="08c76d0b-4d1f-44f5-8508-8653b2f54768" providerId="ADAL" clId="{5AA3B8CE-AFEA-44FA-ACCD-448CA31DFD0A}" dt="2026-05-13T21:35:06.666" v="841"/>
          <ac:spMkLst>
            <pc:docMk/>
            <pc:sldMk cId="4087324662" sldId="3389"/>
            <ac:spMk id="8" creationId="{BCD528F8-C48B-5EDE-C79E-3DFF03C37B40}"/>
          </ac:spMkLst>
        </pc:spChg>
        <pc:spChg chg="mod">
          <ac:chgData name="Becca Levin" userId="08c76d0b-4d1f-44f5-8508-8653b2f54768" providerId="ADAL" clId="{5AA3B8CE-AFEA-44FA-ACCD-448CA31DFD0A}" dt="2026-05-13T21:41:51.225" v="1276" actId="20577"/>
          <ac:spMkLst>
            <pc:docMk/>
            <pc:sldMk cId="4087324662" sldId="3389"/>
            <ac:spMk id="9" creationId="{8F4129B5-3194-2128-CB2D-062DA1C61F3E}"/>
          </ac:spMkLst>
        </pc:spChg>
        <pc:spChg chg="mod">
          <ac:chgData name="Becca Levin" userId="08c76d0b-4d1f-44f5-8508-8653b2f54768" providerId="ADAL" clId="{5AA3B8CE-AFEA-44FA-ACCD-448CA31DFD0A}" dt="2026-05-13T21:35:43.375" v="843" actId="1076"/>
          <ac:spMkLst>
            <pc:docMk/>
            <pc:sldMk cId="4087324662" sldId="3389"/>
            <ac:spMk id="11" creationId="{0788489E-3FE1-2956-0831-D411D5E5E5B0}"/>
          </ac:spMkLst>
        </pc:spChg>
      </pc:sldChg>
      <pc:sldChg chg="addSp delSp modSp add mod">
        <pc:chgData name="Becca Levin" userId="08c76d0b-4d1f-44f5-8508-8653b2f54768" providerId="ADAL" clId="{5AA3B8CE-AFEA-44FA-ACCD-448CA31DFD0A}" dt="2026-05-14T14:57:15.152" v="1702" actId="6549"/>
        <pc:sldMkLst>
          <pc:docMk/>
          <pc:sldMk cId="1635757866" sldId="3390"/>
        </pc:sldMkLst>
        <pc:spChg chg="del">
          <ac:chgData name="Becca Levin" userId="08c76d0b-4d1f-44f5-8508-8653b2f54768" providerId="ADAL" clId="{5AA3B8CE-AFEA-44FA-ACCD-448CA31DFD0A}" dt="2026-05-14T14:45:30.283" v="1401" actId="478"/>
          <ac:spMkLst>
            <pc:docMk/>
            <pc:sldMk cId="1635757866" sldId="3390"/>
            <ac:spMk id="2" creationId="{8E411022-BF5D-7A75-9C76-6F8570BF2C15}"/>
          </ac:spMkLst>
        </pc:spChg>
        <pc:spChg chg="del">
          <ac:chgData name="Becca Levin" userId="08c76d0b-4d1f-44f5-8508-8653b2f54768" providerId="ADAL" clId="{5AA3B8CE-AFEA-44FA-ACCD-448CA31DFD0A}" dt="2026-05-14T14:45:30.283" v="1401" actId="478"/>
          <ac:spMkLst>
            <pc:docMk/>
            <pc:sldMk cId="1635757866" sldId="3390"/>
            <ac:spMk id="3" creationId="{3877AB0F-8088-EA22-6E25-D045C604A6A4}"/>
          </ac:spMkLst>
        </pc:spChg>
        <pc:spChg chg="mod">
          <ac:chgData name="Becca Levin" userId="08c76d0b-4d1f-44f5-8508-8653b2f54768" providerId="ADAL" clId="{5AA3B8CE-AFEA-44FA-ACCD-448CA31DFD0A}" dt="2026-05-14T14:57:15.152" v="1702" actId="6549"/>
          <ac:spMkLst>
            <pc:docMk/>
            <pc:sldMk cId="1635757866" sldId="3390"/>
            <ac:spMk id="4" creationId="{BA178239-E71B-44CF-D062-2F9A456CC0BD}"/>
          </ac:spMkLst>
        </pc:spChg>
        <pc:spChg chg="mod">
          <ac:chgData name="Becca Levin" userId="08c76d0b-4d1f-44f5-8508-8653b2f54768" providerId="ADAL" clId="{5AA3B8CE-AFEA-44FA-ACCD-448CA31DFD0A}" dt="2026-05-14T14:46:27.932" v="1423" actId="571"/>
          <ac:spMkLst>
            <pc:docMk/>
            <pc:sldMk cId="1635757866" sldId="3390"/>
            <ac:spMk id="9" creationId="{4EAFF94E-2B2E-4D58-D1FD-460F1E5DAA2F}"/>
          </ac:spMkLst>
        </pc:spChg>
        <pc:spChg chg="mod">
          <ac:chgData name="Becca Levin" userId="08c76d0b-4d1f-44f5-8508-8653b2f54768" providerId="ADAL" clId="{5AA3B8CE-AFEA-44FA-ACCD-448CA31DFD0A}" dt="2026-05-14T14:46:27.932" v="1423" actId="571"/>
          <ac:spMkLst>
            <pc:docMk/>
            <pc:sldMk cId="1635757866" sldId="3390"/>
            <ac:spMk id="10" creationId="{DA1CE231-74D5-48DF-0B2F-B038AE5B9555}"/>
          </ac:spMkLst>
        </pc:spChg>
        <pc:spChg chg="add del mod">
          <ac:chgData name="Becca Levin" userId="08c76d0b-4d1f-44f5-8508-8653b2f54768" providerId="ADAL" clId="{5AA3B8CE-AFEA-44FA-ACCD-448CA31DFD0A}" dt="2026-05-14T14:48:00.944" v="1449" actId="478"/>
          <ac:spMkLst>
            <pc:docMk/>
            <pc:sldMk cId="1635757866" sldId="3390"/>
            <ac:spMk id="11" creationId="{3943F70C-0C64-3C12-D8DD-DA01A63D377D}"/>
          </ac:spMkLst>
        </pc:spChg>
        <pc:spChg chg="add del mod">
          <ac:chgData name="Becca Levin" userId="08c76d0b-4d1f-44f5-8508-8653b2f54768" providerId="ADAL" clId="{5AA3B8CE-AFEA-44FA-ACCD-448CA31DFD0A}" dt="2026-05-14T14:48:00.944" v="1449" actId="478"/>
          <ac:spMkLst>
            <pc:docMk/>
            <pc:sldMk cId="1635757866" sldId="3390"/>
            <ac:spMk id="12" creationId="{A4104001-E912-C31B-9843-2B4324F00D3C}"/>
          </ac:spMkLst>
        </pc:spChg>
        <pc:spChg chg="mod">
          <ac:chgData name="Becca Levin" userId="08c76d0b-4d1f-44f5-8508-8653b2f54768" providerId="ADAL" clId="{5AA3B8CE-AFEA-44FA-ACCD-448CA31DFD0A}" dt="2026-05-14T14:46:30.400" v="1424" actId="571"/>
          <ac:spMkLst>
            <pc:docMk/>
            <pc:sldMk cId="1635757866" sldId="3390"/>
            <ac:spMk id="14" creationId="{99B0CBF6-139B-EFFC-7D99-40204EF8FAED}"/>
          </ac:spMkLst>
        </pc:spChg>
        <pc:spChg chg="mod">
          <ac:chgData name="Becca Levin" userId="08c76d0b-4d1f-44f5-8508-8653b2f54768" providerId="ADAL" clId="{5AA3B8CE-AFEA-44FA-ACCD-448CA31DFD0A}" dt="2026-05-14T14:46:30.400" v="1424" actId="571"/>
          <ac:spMkLst>
            <pc:docMk/>
            <pc:sldMk cId="1635757866" sldId="3390"/>
            <ac:spMk id="15" creationId="{E5742D2F-C8AA-3DA4-A92C-8989CA550CD4}"/>
          </ac:spMkLst>
        </pc:spChg>
        <pc:spChg chg="add del mod">
          <ac:chgData name="Becca Levin" userId="08c76d0b-4d1f-44f5-8508-8653b2f54768" providerId="ADAL" clId="{5AA3B8CE-AFEA-44FA-ACCD-448CA31DFD0A}" dt="2026-05-14T14:48:00.944" v="1449" actId="478"/>
          <ac:spMkLst>
            <pc:docMk/>
            <pc:sldMk cId="1635757866" sldId="3390"/>
            <ac:spMk id="16" creationId="{1EB9769B-1AFE-1EE2-3F33-8AFD88FA42F7}"/>
          </ac:spMkLst>
        </pc:spChg>
        <pc:spChg chg="add del mod">
          <ac:chgData name="Becca Levin" userId="08c76d0b-4d1f-44f5-8508-8653b2f54768" providerId="ADAL" clId="{5AA3B8CE-AFEA-44FA-ACCD-448CA31DFD0A}" dt="2026-05-14T14:48:03.600" v="1450" actId="478"/>
          <ac:spMkLst>
            <pc:docMk/>
            <pc:sldMk cId="1635757866" sldId="3390"/>
            <ac:spMk id="17" creationId="{827E854B-E942-9FA9-B754-4FEE287B0B51}"/>
          </ac:spMkLst>
        </pc:spChg>
        <pc:spChg chg="del">
          <ac:chgData name="Becca Levin" userId="08c76d0b-4d1f-44f5-8508-8653b2f54768" providerId="ADAL" clId="{5AA3B8CE-AFEA-44FA-ACCD-448CA31DFD0A}" dt="2026-05-14T14:45:30.283" v="1401" actId="478"/>
          <ac:spMkLst>
            <pc:docMk/>
            <pc:sldMk cId="1635757866" sldId="3390"/>
            <ac:spMk id="19" creationId="{0D4C61A0-60BF-A971-E5F9-4517C9A6F42D}"/>
          </ac:spMkLst>
        </pc:spChg>
        <pc:spChg chg="del">
          <ac:chgData name="Becca Levin" userId="08c76d0b-4d1f-44f5-8508-8653b2f54768" providerId="ADAL" clId="{5AA3B8CE-AFEA-44FA-ACCD-448CA31DFD0A}" dt="2026-05-14T14:45:30.283" v="1401" actId="478"/>
          <ac:spMkLst>
            <pc:docMk/>
            <pc:sldMk cId="1635757866" sldId="3390"/>
            <ac:spMk id="22" creationId="{A2057C64-A2C6-B64F-A5D8-A5E1BAB93880}"/>
          </ac:spMkLst>
        </pc:spChg>
        <pc:spChg chg="mod">
          <ac:chgData name="Becca Levin" userId="08c76d0b-4d1f-44f5-8508-8653b2f54768" providerId="ADAL" clId="{5AA3B8CE-AFEA-44FA-ACCD-448CA31DFD0A}" dt="2026-05-14T14:46:52.843" v="1425" actId="571"/>
          <ac:spMkLst>
            <pc:docMk/>
            <pc:sldMk cId="1635757866" sldId="3390"/>
            <ac:spMk id="23" creationId="{1DB53206-28C7-8453-BF08-468119EDF5FA}"/>
          </ac:spMkLst>
        </pc:spChg>
        <pc:spChg chg="mod">
          <ac:chgData name="Becca Levin" userId="08c76d0b-4d1f-44f5-8508-8653b2f54768" providerId="ADAL" clId="{5AA3B8CE-AFEA-44FA-ACCD-448CA31DFD0A}" dt="2026-05-14T14:46:52.843" v="1425" actId="571"/>
          <ac:spMkLst>
            <pc:docMk/>
            <pc:sldMk cId="1635757866" sldId="3390"/>
            <ac:spMk id="24" creationId="{EB052955-D406-22D2-88BC-45FB3A73C757}"/>
          </ac:spMkLst>
        </pc:spChg>
        <pc:spChg chg="add del mod">
          <ac:chgData name="Becca Levin" userId="08c76d0b-4d1f-44f5-8508-8653b2f54768" providerId="ADAL" clId="{5AA3B8CE-AFEA-44FA-ACCD-448CA31DFD0A}" dt="2026-05-14T14:47:51.652" v="1447" actId="478"/>
          <ac:spMkLst>
            <pc:docMk/>
            <pc:sldMk cId="1635757866" sldId="3390"/>
            <ac:spMk id="25" creationId="{5BFC2BF9-44C7-4BCB-0995-579C224E3D93}"/>
          </ac:spMkLst>
        </pc:spChg>
        <pc:spChg chg="del">
          <ac:chgData name="Becca Levin" userId="08c76d0b-4d1f-44f5-8508-8653b2f54768" providerId="ADAL" clId="{5AA3B8CE-AFEA-44FA-ACCD-448CA31DFD0A}" dt="2026-05-14T14:45:30.283" v="1401" actId="478"/>
          <ac:spMkLst>
            <pc:docMk/>
            <pc:sldMk cId="1635757866" sldId="3390"/>
            <ac:spMk id="27" creationId="{7E2DFFE7-1275-5EEE-67D2-A8B64A93BFDE}"/>
          </ac:spMkLst>
        </pc:spChg>
        <pc:spChg chg="del">
          <ac:chgData name="Becca Levin" userId="08c76d0b-4d1f-44f5-8508-8653b2f54768" providerId="ADAL" clId="{5AA3B8CE-AFEA-44FA-ACCD-448CA31DFD0A}" dt="2026-05-14T14:45:30.283" v="1401" actId="478"/>
          <ac:spMkLst>
            <pc:docMk/>
            <pc:sldMk cId="1635757866" sldId="3390"/>
            <ac:spMk id="34" creationId="{BC1A274D-1FF0-015D-63B2-E48BD53C1C51}"/>
          </ac:spMkLst>
        </pc:spChg>
        <pc:spChg chg="mod">
          <ac:chgData name="Becca Levin" userId="08c76d0b-4d1f-44f5-8508-8653b2f54768" providerId="ADAL" clId="{5AA3B8CE-AFEA-44FA-ACCD-448CA31DFD0A}" dt="2026-05-14T14:48:31.533" v="1546" actId="571"/>
          <ac:spMkLst>
            <pc:docMk/>
            <pc:sldMk cId="1635757866" sldId="3390"/>
            <ac:spMk id="35" creationId="{AAFC3946-AE44-E574-9484-E1B78D0D3B37}"/>
          </ac:spMkLst>
        </pc:spChg>
        <pc:spChg chg="mod">
          <ac:chgData name="Becca Levin" userId="08c76d0b-4d1f-44f5-8508-8653b2f54768" providerId="ADAL" clId="{5AA3B8CE-AFEA-44FA-ACCD-448CA31DFD0A}" dt="2026-05-14T14:48:31.533" v="1546" actId="571"/>
          <ac:spMkLst>
            <pc:docMk/>
            <pc:sldMk cId="1635757866" sldId="3390"/>
            <ac:spMk id="36" creationId="{8C78D2E3-BC28-7FFE-62C4-599DEF0B7031}"/>
          </ac:spMkLst>
        </pc:spChg>
        <pc:spChg chg="del">
          <ac:chgData name="Becca Levin" userId="08c76d0b-4d1f-44f5-8508-8653b2f54768" providerId="ADAL" clId="{5AA3B8CE-AFEA-44FA-ACCD-448CA31DFD0A}" dt="2026-05-14T14:48:43.201" v="1549" actId="478"/>
          <ac:spMkLst>
            <pc:docMk/>
            <pc:sldMk cId="1635757866" sldId="3390"/>
            <ac:spMk id="37" creationId="{9F671B68-47E6-D8B3-69BC-DADB13589CF2}"/>
          </ac:spMkLst>
        </pc:spChg>
        <pc:spChg chg="add mod">
          <ac:chgData name="Becca Levin" userId="08c76d0b-4d1f-44f5-8508-8653b2f54768" providerId="ADAL" clId="{5AA3B8CE-AFEA-44FA-ACCD-448CA31DFD0A}" dt="2026-05-14T14:52:49.436" v="1640" actId="14100"/>
          <ac:spMkLst>
            <pc:docMk/>
            <pc:sldMk cId="1635757866" sldId="3390"/>
            <ac:spMk id="38" creationId="{DEE12B4B-5B07-984B-ACA8-3BD0D22ECAB5}"/>
          </ac:spMkLst>
        </pc:spChg>
        <pc:spChg chg="add mod">
          <ac:chgData name="Becca Levin" userId="08c76d0b-4d1f-44f5-8508-8653b2f54768" providerId="ADAL" clId="{5AA3B8CE-AFEA-44FA-ACCD-448CA31DFD0A}" dt="2026-05-14T14:56:35.842" v="1687" actId="14100"/>
          <ac:spMkLst>
            <pc:docMk/>
            <pc:sldMk cId="1635757866" sldId="3390"/>
            <ac:spMk id="39" creationId="{F4D707FE-BEC1-6F7B-6630-EA86461ED761}"/>
          </ac:spMkLst>
        </pc:spChg>
        <pc:spChg chg="mod">
          <ac:chgData name="Becca Levin" userId="08c76d0b-4d1f-44f5-8508-8653b2f54768" providerId="ADAL" clId="{5AA3B8CE-AFEA-44FA-ACCD-448CA31DFD0A}" dt="2026-05-14T14:48:34.378" v="1547" actId="571"/>
          <ac:spMkLst>
            <pc:docMk/>
            <pc:sldMk cId="1635757866" sldId="3390"/>
            <ac:spMk id="41" creationId="{0E828BA8-CEAF-AC73-AFD9-598B37DAA645}"/>
          </ac:spMkLst>
        </pc:spChg>
        <pc:spChg chg="mod">
          <ac:chgData name="Becca Levin" userId="08c76d0b-4d1f-44f5-8508-8653b2f54768" providerId="ADAL" clId="{5AA3B8CE-AFEA-44FA-ACCD-448CA31DFD0A}" dt="2026-05-14T14:52:17.858" v="1600" actId="1037"/>
          <ac:spMkLst>
            <pc:docMk/>
            <pc:sldMk cId="1635757866" sldId="3390"/>
            <ac:spMk id="42" creationId="{B6C8A676-AE27-67E9-B0D4-F7803606C317}"/>
          </ac:spMkLst>
        </pc:spChg>
        <pc:spChg chg="mod">
          <ac:chgData name="Becca Levin" userId="08c76d0b-4d1f-44f5-8508-8653b2f54768" providerId="ADAL" clId="{5AA3B8CE-AFEA-44FA-ACCD-448CA31DFD0A}" dt="2026-05-14T14:48:29.351" v="1545" actId="1076"/>
          <ac:spMkLst>
            <pc:docMk/>
            <pc:sldMk cId="1635757866" sldId="3390"/>
            <ac:spMk id="43" creationId="{602D1CE9-4D58-C5F5-B21E-E5F59876FAF7}"/>
          </ac:spMkLst>
        </pc:spChg>
        <pc:spChg chg="mod">
          <ac:chgData name="Becca Levin" userId="08c76d0b-4d1f-44f5-8508-8653b2f54768" providerId="ADAL" clId="{5AA3B8CE-AFEA-44FA-ACCD-448CA31DFD0A}" dt="2026-05-14T14:48:34.378" v="1547" actId="571"/>
          <ac:spMkLst>
            <pc:docMk/>
            <pc:sldMk cId="1635757866" sldId="3390"/>
            <ac:spMk id="44" creationId="{D2E48248-157A-DE73-806B-7C5596CA93CD}"/>
          </ac:spMkLst>
        </pc:spChg>
        <pc:spChg chg="add mod">
          <ac:chgData name="Becca Levin" userId="08c76d0b-4d1f-44f5-8508-8653b2f54768" providerId="ADAL" clId="{5AA3B8CE-AFEA-44FA-ACCD-448CA31DFD0A}" dt="2026-05-14T14:52:52.195" v="1642" actId="20577"/>
          <ac:spMkLst>
            <pc:docMk/>
            <pc:sldMk cId="1635757866" sldId="3390"/>
            <ac:spMk id="45" creationId="{380C7EC5-6D59-EF42-AC13-444E47F9171A}"/>
          </ac:spMkLst>
        </pc:spChg>
        <pc:spChg chg="add mod">
          <ac:chgData name="Becca Levin" userId="08c76d0b-4d1f-44f5-8508-8653b2f54768" providerId="ADAL" clId="{5AA3B8CE-AFEA-44FA-ACCD-448CA31DFD0A}" dt="2026-05-14T14:54:26.323" v="1672" actId="20577"/>
          <ac:spMkLst>
            <pc:docMk/>
            <pc:sldMk cId="1635757866" sldId="3390"/>
            <ac:spMk id="46" creationId="{9D312401-B1B5-B9B9-8D50-6FDDDDFE85DE}"/>
          </ac:spMkLst>
        </pc:spChg>
        <pc:spChg chg="mod">
          <ac:chgData name="Becca Levin" userId="08c76d0b-4d1f-44f5-8508-8653b2f54768" providerId="ADAL" clId="{5AA3B8CE-AFEA-44FA-ACCD-448CA31DFD0A}" dt="2026-05-14T14:48:39.012" v="1548" actId="571"/>
          <ac:spMkLst>
            <pc:docMk/>
            <pc:sldMk cId="1635757866" sldId="3390"/>
            <ac:spMk id="48" creationId="{69577AA5-A5C8-952C-E3B4-CFE9BDE6668B}"/>
          </ac:spMkLst>
        </pc:spChg>
        <pc:spChg chg="del">
          <ac:chgData name="Becca Levin" userId="08c76d0b-4d1f-44f5-8508-8653b2f54768" providerId="ADAL" clId="{5AA3B8CE-AFEA-44FA-ACCD-448CA31DFD0A}" dt="2026-05-14T14:45:30.283" v="1401" actId="478"/>
          <ac:spMkLst>
            <pc:docMk/>
            <pc:sldMk cId="1635757866" sldId="3390"/>
            <ac:spMk id="49" creationId="{D4ED4856-3B82-8332-F2C4-EB7F9728E832}"/>
          </ac:spMkLst>
        </pc:spChg>
        <pc:spChg chg="mod">
          <ac:chgData name="Becca Levin" userId="08c76d0b-4d1f-44f5-8508-8653b2f54768" providerId="ADAL" clId="{5AA3B8CE-AFEA-44FA-ACCD-448CA31DFD0A}" dt="2026-05-14T14:48:39.012" v="1548" actId="571"/>
          <ac:spMkLst>
            <pc:docMk/>
            <pc:sldMk cId="1635757866" sldId="3390"/>
            <ac:spMk id="50" creationId="{C562E1F7-EB35-B2BE-E915-EF5158080A2E}"/>
          </ac:spMkLst>
        </pc:spChg>
        <pc:spChg chg="del">
          <ac:chgData name="Becca Levin" userId="08c76d0b-4d1f-44f5-8508-8653b2f54768" providerId="ADAL" clId="{5AA3B8CE-AFEA-44FA-ACCD-448CA31DFD0A}" dt="2026-05-14T14:45:30.283" v="1401" actId="478"/>
          <ac:spMkLst>
            <pc:docMk/>
            <pc:sldMk cId="1635757866" sldId="3390"/>
            <ac:spMk id="51" creationId="{16A2154E-A168-87EE-A73A-77570BED710F}"/>
          </ac:spMkLst>
        </pc:spChg>
        <pc:spChg chg="add mod">
          <ac:chgData name="Becca Levin" userId="08c76d0b-4d1f-44f5-8508-8653b2f54768" providerId="ADAL" clId="{5AA3B8CE-AFEA-44FA-ACCD-448CA31DFD0A}" dt="2026-05-14T14:53:02.343" v="1643"/>
          <ac:spMkLst>
            <pc:docMk/>
            <pc:sldMk cId="1635757866" sldId="3390"/>
            <ac:spMk id="52" creationId="{99B6EF9C-7577-22C3-BA97-9E8A72D14E29}"/>
          </ac:spMkLst>
        </pc:spChg>
        <pc:spChg chg="add mod">
          <ac:chgData name="Becca Levin" userId="08c76d0b-4d1f-44f5-8508-8653b2f54768" providerId="ADAL" clId="{5AA3B8CE-AFEA-44FA-ACCD-448CA31DFD0A}" dt="2026-05-14T14:54:51.631" v="1674" actId="5793"/>
          <ac:spMkLst>
            <pc:docMk/>
            <pc:sldMk cId="1635757866" sldId="3390"/>
            <ac:spMk id="53" creationId="{66171C34-A974-C7D1-2726-01012E498E4F}"/>
          </ac:spMkLst>
        </pc:spChg>
        <pc:spChg chg="mod">
          <ac:chgData name="Becca Levin" userId="08c76d0b-4d1f-44f5-8508-8653b2f54768" providerId="ADAL" clId="{5AA3B8CE-AFEA-44FA-ACCD-448CA31DFD0A}" dt="2026-05-14T14:45:42.703" v="1407" actId="14100"/>
          <ac:spMkLst>
            <pc:docMk/>
            <pc:sldMk cId="1635757866" sldId="3390"/>
            <ac:spMk id="55" creationId="{3728A096-B7D8-3DBE-4A11-4FF71CDB967E}"/>
          </ac:spMkLst>
        </pc:spChg>
        <pc:spChg chg="mod">
          <ac:chgData name="Becca Levin" userId="08c76d0b-4d1f-44f5-8508-8653b2f54768" providerId="ADAL" clId="{5AA3B8CE-AFEA-44FA-ACCD-448CA31DFD0A}" dt="2026-05-14T14:48:39.012" v="1548" actId="571"/>
          <ac:spMkLst>
            <pc:docMk/>
            <pc:sldMk cId="1635757866" sldId="3390"/>
            <ac:spMk id="56" creationId="{6947B11C-E57A-D3FA-73B1-7E0DF793C47E}"/>
          </ac:spMkLst>
        </pc:spChg>
        <pc:spChg chg="mod">
          <ac:chgData name="Becca Levin" userId="08c76d0b-4d1f-44f5-8508-8653b2f54768" providerId="ADAL" clId="{5AA3B8CE-AFEA-44FA-ACCD-448CA31DFD0A}" dt="2026-05-14T14:48:39.012" v="1548" actId="571"/>
          <ac:spMkLst>
            <pc:docMk/>
            <pc:sldMk cId="1635757866" sldId="3390"/>
            <ac:spMk id="57" creationId="{185BF993-5AB4-3EEE-0F8A-1BCFBF996C54}"/>
          </ac:spMkLst>
        </pc:spChg>
        <pc:spChg chg="mod">
          <ac:chgData name="Becca Levin" userId="08c76d0b-4d1f-44f5-8508-8653b2f54768" providerId="ADAL" clId="{5AA3B8CE-AFEA-44FA-ACCD-448CA31DFD0A}" dt="2026-05-14T14:53:15.065" v="1660" actId="20577"/>
          <ac:spMkLst>
            <pc:docMk/>
            <pc:sldMk cId="1635757866" sldId="3390"/>
            <ac:spMk id="58" creationId="{5BBE98A1-22C6-E273-CD09-E66F6A8FFC58}"/>
          </ac:spMkLst>
        </pc:spChg>
        <pc:spChg chg="mod">
          <ac:chgData name="Becca Levin" userId="08c76d0b-4d1f-44f5-8508-8653b2f54768" providerId="ADAL" clId="{5AA3B8CE-AFEA-44FA-ACCD-448CA31DFD0A}" dt="2026-05-14T14:47:57.789" v="1448" actId="207"/>
          <ac:spMkLst>
            <pc:docMk/>
            <pc:sldMk cId="1635757866" sldId="3390"/>
            <ac:spMk id="59" creationId="{679546C4-8D23-FF80-3FCC-378C75E9418E}"/>
          </ac:spMkLst>
        </pc:spChg>
        <pc:spChg chg="del">
          <ac:chgData name="Becca Levin" userId="08c76d0b-4d1f-44f5-8508-8653b2f54768" providerId="ADAL" clId="{5AA3B8CE-AFEA-44FA-ACCD-448CA31DFD0A}" dt="2026-05-14T14:45:31.742" v="1402" actId="478"/>
          <ac:spMkLst>
            <pc:docMk/>
            <pc:sldMk cId="1635757866" sldId="3390"/>
            <ac:spMk id="60" creationId="{D9EAB6CF-61F7-2F8B-5269-F0BD6D8023B9}"/>
          </ac:spMkLst>
        </pc:spChg>
        <pc:spChg chg="del">
          <ac:chgData name="Becca Levin" userId="08c76d0b-4d1f-44f5-8508-8653b2f54768" providerId="ADAL" clId="{5AA3B8CE-AFEA-44FA-ACCD-448CA31DFD0A}" dt="2026-05-14T14:45:30.283" v="1401" actId="478"/>
          <ac:spMkLst>
            <pc:docMk/>
            <pc:sldMk cId="1635757866" sldId="3390"/>
            <ac:spMk id="65" creationId="{04F59AF7-2054-9007-381B-61C067B15EFF}"/>
          </ac:spMkLst>
        </pc:spChg>
        <pc:spChg chg="add mod">
          <ac:chgData name="Becca Levin" userId="08c76d0b-4d1f-44f5-8508-8653b2f54768" providerId="ADAL" clId="{5AA3B8CE-AFEA-44FA-ACCD-448CA31DFD0A}" dt="2026-05-14T14:56:31.726" v="1686" actId="14100"/>
          <ac:spMkLst>
            <pc:docMk/>
            <pc:sldMk cId="1635757866" sldId="3390"/>
            <ac:spMk id="66" creationId="{9ADBD36F-28B0-5D59-2397-E23D8E3F768B}"/>
          </ac:spMkLst>
        </pc:spChg>
        <pc:spChg chg="mod">
          <ac:chgData name="Becca Levin" userId="08c76d0b-4d1f-44f5-8508-8653b2f54768" providerId="ADAL" clId="{5AA3B8CE-AFEA-44FA-ACCD-448CA31DFD0A}" dt="2026-05-14T14:48:39.012" v="1548" actId="571"/>
          <ac:spMkLst>
            <pc:docMk/>
            <pc:sldMk cId="1635757866" sldId="3390"/>
            <ac:spMk id="68" creationId="{619A4DFE-C89B-56AF-793A-6F007EE2B707}"/>
          </ac:spMkLst>
        </pc:spChg>
        <pc:spChg chg="add mod">
          <ac:chgData name="Becca Levin" userId="08c76d0b-4d1f-44f5-8508-8653b2f54768" providerId="ADAL" clId="{5AA3B8CE-AFEA-44FA-ACCD-448CA31DFD0A}" dt="2026-05-14T14:53:21.229" v="1661"/>
          <ac:spMkLst>
            <pc:docMk/>
            <pc:sldMk cId="1635757866" sldId="3390"/>
            <ac:spMk id="70" creationId="{7C18A7EF-F2C1-C3C3-FAC7-5D08978C4B1C}"/>
          </ac:spMkLst>
        </pc:spChg>
        <pc:spChg chg="add mod">
          <ac:chgData name="Becca Levin" userId="08c76d0b-4d1f-44f5-8508-8653b2f54768" providerId="ADAL" clId="{5AA3B8CE-AFEA-44FA-ACCD-448CA31DFD0A}" dt="2026-05-14T14:56:29.687" v="1685" actId="14100"/>
          <ac:spMkLst>
            <pc:docMk/>
            <pc:sldMk cId="1635757866" sldId="3390"/>
            <ac:spMk id="71" creationId="{28AEB93E-98ED-DEE3-CF11-F07CA77A3E12}"/>
          </ac:spMkLst>
        </pc:spChg>
        <pc:spChg chg="del">
          <ac:chgData name="Becca Levin" userId="08c76d0b-4d1f-44f5-8508-8653b2f54768" providerId="ADAL" clId="{5AA3B8CE-AFEA-44FA-ACCD-448CA31DFD0A}" dt="2026-05-14T14:45:30.283" v="1401" actId="478"/>
          <ac:spMkLst>
            <pc:docMk/>
            <pc:sldMk cId="1635757866" sldId="3390"/>
            <ac:spMk id="76" creationId="{54B7D335-F380-5731-8E48-7C4E40E58568}"/>
          </ac:spMkLst>
        </pc:spChg>
        <pc:grpChg chg="add del mod">
          <ac:chgData name="Becca Levin" userId="08c76d0b-4d1f-44f5-8508-8653b2f54768" providerId="ADAL" clId="{5AA3B8CE-AFEA-44FA-ACCD-448CA31DFD0A}" dt="2026-05-14T14:48:00.944" v="1449" actId="478"/>
          <ac:grpSpMkLst>
            <pc:docMk/>
            <pc:sldMk cId="1635757866" sldId="3390"/>
            <ac:grpSpMk id="8" creationId="{F6EE6AA0-28DE-70AE-1E83-F6F3C374BDEB}"/>
          </ac:grpSpMkLst>
        </pc:grpChg>
        <pc:grpChg chg="add del mod">
          <ac:chgData name="Becca Levin" userId="08c76d0b-4d1f-44f5-8508-8653b2f54768" providerId="ADAL" clId="{5AA3B8CE-AFEA-44FA-ACCD-448CA31DFD0A}" dt="2026-05-14T14:48:00.944" v="1449" actId="478"/>
          <ac:grpSpMkLst>
            <pc:docMk/>
            <pc:sldMk cId="1635757866" sldId="3390"/>
            <ac:grpSpMk id="13" creationId="{0B2C9A29-C007-D91C-08A9-99A61BBF41ED}"/>
          </ac:grpSpMkLst>
        </pc:grpChg>
        <pc:grpChg chg="add del mod">
          <ac:chgData name="Becca Levin" userId="08c76d0b-4d1f-44f5-8508-8653b2f54768" providerId="ADAL" clId="{5AA3B8CE-AFEA-44FA-ACCD-448CA31DFD0A}" dt="2026-05-14T14:47:03.833" v="1427" actId="478"/>
          <ac:grpSpMkLst>
            <pc:docMk/>
            <pc:sldMk cId="1635757866" sldId="3390"/>
            <ac:grpSpMk id="21" creationId="{CD0DD80E-635B-0080-6AA8-AB92FB0607FF}"/>
          </ac:grpSpMkLst>
        </pc:grpChg>
        <pc:grpChg chg="mod">
          <ac:chgData name="Becca Levin" userId="08c76d0b-4d1f-44f5-8508-8653b2f54768" providerId="ADAL" clId="{5AA3B8CE-AFEA-44FA-ACCD-448CA31DFD0A}" dt="2026-05-14T14:48:29.351" v="1545" actId="1076"/>
          <ac:grpSpMkLst>
            <pc:docMk/>
            <pc:sldMk cId="1635757866" sldId="3390"/>
            <ac:grpSpMk id="32" creationId="{7A8AAA12-14B1-1AEC-3E9B-A091633FF883}"/>
          </ac:grpSpMkLst>
        </pc:grpChg>
        <pc:grpChg chg="add mod">
          <ac:chgData name="Becca Levin" userId="08c76d0b-4d1f-44f5-8508-8653b2f54768" providerId="ADAL" clId="{5AA3B8CE-AFEA-44FA-ACCD-448CA31DFD0A}" dt="2026-05-14T14:48:31.533" v="1546" actId="571"/>
          <ac:grpSpMkLst>
            <pc:docMk/>
            <pc:sldMk cId="1635757866" sldId="3390"/>
            <ac:grpSpMk id="33" creationId="{D3EF1518-7E80-A90F-D764-AAB90B76F85A}"/>
          </ac:grpSpMkLst>
        </pc:grpChg>
        <pc:grpChg chg="add mod">
          <ac:chgData name="Becca Levin" userId="08c76d0b-4d1f-44f5-8508-8653b2f54768" providerId="ADAL" clId="{5AA3B8CE-AFEA-44FA-ACCD-448CA31DFD0A}" dt="2026-05-14T14:48:34.378" v="1547" actId="571"/>
          <ac:grpSpMkLst>
            <pc:docMk/>
            <pc:sldMk cId="1635757866" sldId="3390"/>
            <ac:grpSpMk id="40" creationId="{1903A4D6-73A9-0A46-188A-91D0DE3954D0}"/>
          </ac:grpSpMkLst>
        </pc:grpChg>
      </pc:sldChg>
    </pc:docChg>
  </pc:docChgLst>
  <pc:docChgLst>
    <pc:chgData name="Greg Mullen" userId="S::gmullen@segotx.com::15d9f696-28c4-4111-b985-4ee728509f13" providerId="AD" clId="Web-{4CC37F7F-A43A-EA1A-9E50-3A90A8888657}"/>
    <pc:docChg chg="addSld delSld modSld">
      <pc:chgData name="Greg Mullen" userId="S::gmullen@segotx.com::15d9f696-28c4-4111-b985-4ee728509f13" providerId="AD" clId="Web-{4CC37F7F-A43A-EA1A-9E50-3A90A8888657}" dt="2026-05-14T09:16:59.448" v="129"/>
      <pc:docMkLst>
        <pc:docMk/>
      </pc:docMkLst>
      <pc:sldChg chg="addSp delSp modSp">
        <pc:chgData name="Greg Mullen" userId="S::gmullen@segotx.com::15d9f696-28c4-4111-b985-4ee728509f13" providerId="AD" clId="Web-{4CC37F7F-A43A-EA1A-9E50-3A90A8888657}" dt="2026-05-14T09:16:59.448" v="129"/>
        <pc:sldMkLst>
          <pc:docMk/>
          <pc:sldMk cId="638018240" sldId="3383"/>
        </pc:sldMkLst>
        <pc:spChg chg="add mod">
          <ac:chgData name="Greg Mullen" userId="S::gmullen@segotx.com::15d9f696-28c4-4111-b985-4ee728509f13" providerId="AD" clId="Web-{4CC37F7F-A43A-EA1A-9E50-3A90A8888657}" dt="2026-05-14T09:11:38.030" v="20" actId="1076"/>
          <ac:spMkLst>
            <pc:docMk/>
            <pc:sldMk cId="638018240" sldId="3383"/>
            <ac:spMk id="18" creationId="{96E5FFD5-78FD-2FB4-EA52-0D79F7324BCD}"/>
          </ac:spMkLst>
        </pc:spChg>
        <pc:spChg chg="del">
          <ac:chgData name="Greg Mullen" userId="S::gmullen@segotx.com::15d9f696-28c4-4111-b985-4ee728509f13" providerId="AD" clId="Web-{4CC37F7F-A43A-EA1A-9E50-3A90A8888657}" dt="2026-05-14T09:11:16.623" v="0"/>
          <ac:spMkLst>
            <pc:docMk/>
            <pc:sldMk cId="638018240" sldId="3383"/>
            <ac:spMk id="19" creationId="{5D7D4817-656F-178F-2A01-1428E0BA9000}"/>
          </ac:spMkLst>
        </pc:spChg>
        <pc:spChg chg="add mod">
          <ac:chgData name="Greg Mullen" userId="S::gmullen@segotx.com::15d9f696-28c4-4111-b985-4ee728509f13" providerId="AD" clId="Web-{4CC37F7F-A43A-EA1A-9E50-3A90A8888657}" dt="2026-05-14T09:14:48.175" v="77" actId="1076"/>
          <ac:spMkLst>
            <pc:docMk/>
            <pc:sldMk cId="638018240" sldId="3383"/>
            <ac:spMk id="20" creationId="{4A1F1660-75C0-37E3-FE16-9187139B826F}"/>
          </ac:spMkLst>
        </pc:spChg>
        <pc:spChg chg="mod">
          <ac:chgData name="Greg Mullen" userId="S::gmullen@segotx.com::15d9f696-28c4-4111-b985-4ee728509f13" providerId="AD" clId="Web-{4CC37F7F-A43A-EA1A-9E50-3A90A8888657}" dt="2026-05-14T09:12:11.579" v="28" actId="20577"/>
          <ac:spMkLst>
            <pc:docMk/>
            <pc:sldMk cId="638018240" sldId="3383"/>
            <ac:spMk id="22" creationId="{65C7D00B-8DEE-A718-B738-D01818718076}"/>
          </ac:spMkLst>
        </pc:spChg>
        <pc:spChg chg="mod">
          <ac:chgData name="Greg Mullen" userId="S::gmullen@segotx.com::15d9f696-28c4-4111-b985-4ee728509f13" providerId="AD" clId="Web-{4CC37F7F-A43A-EA1A-9E50-3A90A8888657}" dt="2026-05-14T09:11:29.514" v="8" actId="1076"/>
          <ac:spMkLst>
            <pc:docMk/>
            <pc:sldMk cId="638018240" sldId="3383"/>
            <ac:spMk id="23" creationId="{54A89373-A77B-BE2A-9518-7C6BBDA2D664}"/>
          </ac:spMkLst>
        </pc:spChg>
        <pc:spChg chg="add mod">
          <ac:chgData name="Greg Mullen" userId="S::gmullen@segotx.com::15d9f696-28c4-4111-b985-4ee728509f13" providerId="AD" clId="Web-{4CC37F7F-A43A-EA1A-9E50-3A90A8888657}" dt="2026-05-14T09:16:53.916" v="128" actId="20577"/>
          <ac:spMkLst>
            <pc:docMk/>
            <pc:sldMk cId="638018240" sldId="3383"/>
            <ac:spMk id="27" creationId="{FC25CC3D-D544-FD8F-AB4D-B85419AC6513}"/>
          </ac:spMkLst>
        </pc:spChg>
        <pc:spChg chg="add">
          <ac:chgData name="Greg Mullen" userId="S::gmullen@segotx.com::15d9f696-28c4-4111-b985-4ee728509f13" providerId="AD" clId="Web-{4CC37F7F-A43A-EA1A-9E50-3A90A8888657}" dt="2026-05-14T09:16:59.448" v="129"/>
          <ac:spMkLst>
            <pc:docMk/>
            <pc:sldMk cId="638018240" sldId="3383"/>
            <ac:spMk id="28" creationId="{90E4B060-FC64-1558-32CC-4576493C30AE}"/>
          </ac:spMkLst>
        </pc:spChg>
        <pc:spChg chg="mod">
          <ac:chgData name="Greg Mullen" userId="S::gmullen@segotx.com::15d9f696-28c4-4111-b985-4ee728509f13" providerId="AD" clId="Web-{4CC37F7F-A43A-EA1A-9E50-3A90A8888657}" dt="2026-05-14T09:11:29.530" v="9" actId="1076"/>
          <ac:spMkLst>
            <pc:docMk/>
            <pc:sldMk cId="638018240" sldId="3383"/>
            <ac:spMk id="42" creationId="{8DC03082-C377-3260-2056-46FFE0B05018}"/>
          </ac:spMkLst>
        </pc:spChg>
        <pc:spChg chg="mod">
          <ac:chgData name="Greg Mullen" userId="S::gmullen@segotx.com::15d9f696-28c4-4111-b985-4ee728509f13" providerId="AD" clId="Web-{4CC37F7F-A43A-EA1A-9E50-3A90A8888657}" dt="2026-05-14T09:14:40.362" v="74" actId="20577"/>
          <ac:spMkLst>
            <pc:docMk/>
            <pc:sldMk cId="638018240" sldId="3383"/>
            <ac:spMk id="43" creationId="{180A963D-8BF6-C753-7489-544474F21377}"/>
          </ac:spMkLst>
        </pc:spChg>
        <pc:spChg chg="mod">
          <ac:chgData name="Greg Mullen" userId="S::gmullen@segotx.com::15d9f696-28c4-4111-b985-4ee728509f13" providerId="AD" clId="Web-{4CC37F7F-A43A-EA1A-9E50-3A90A8888657}" dt="2026-05-14T09:12:39.018" v="50" actId="20577"/>
          <ac:spMkLst>
            <pc:docMk/>
            <pc:sldMk cId="638018240" sldId="3383"/>
            <ac:spMk id="49" creationId="{8E16F641-F499-48AC-977B-A2C2346EB9B4}"/>
          </ac:spMkLst>
        </pc:spChg>
        <pc:spChg chg="mod">
          <ac:chgData name="Greg Mullen" userId="S::gmullen@segotx.com::15d9f696-28c4-4111-b985-4ee728509f13" providerId="AD" clId="Web-{4CC37F7F-A43A-EA1A-9E50-3A90A8888657}" dt="2026-05-14T09:11:29.577" v="12" actId="1076"/>
          <ac:spMkLst>
            <pc:docMk/>
            <pc:sldMk cId="638018240" sldId="3383"/>
            <ac:spMk id="51" creationId="{9BD68452-AFE7-6895-5A60-196C3189191D}"/>
          </ac:spMkLst>
        </pc:spChg>
        <pc:spChg chg="mod">
          <ac:chgData name="Greg Mullen" userId="S::gmullen@segotx.com::15d9f696-28c4-4111-b985-4ee728509f13" providerId="AD" clId="Web-{4CC37F7F-A43A-EA1A-9E50-3A90A8888657}" dt="2026-05-14T09:11:29.389" v="1" actId="1076"/>
          <ac:spMkLst>
            <pc:docMk/>
            <pc:sldMk cId="638018240" sldId="3383"/>
            <ac:spMk id="60" creationId="{3384A2AD-2574-F6EE-3C60-BF56181545C1}"/>
          </ac:spMkLst>
        </pc:spChg>
        <pc:spChg chg="mod">
          <ac:chgData name="Greg Mullen" userId="S::gmullen@segotx.com::15d9f696-28c4-4111-b985-4ee728509f13" providerId="AD" clId="Web-{4CC37F7F-A43A-EA1A-9E50-3A90A8888657}" dt="2026-05-14T09:11:29.405" v="2" actId="1076"/>
          <ac:spMkLst>
            <pc:docMk/>
            <pc:sldMk cId="638018240" sldId="3383"/>
            <ac:spMk id="61" creationId="{7107242A-E3A7-6CCD-C596-6B957E75A4A4}"/>
          </ac:spMkLst>
        </pc:spChg>
        <pc:spChg chg="mod">
          <ac:chgData name="Greg Mullen" userId="S::gmullen@segotx.com::15d9f696-28c4-4111-b985-4ee728509f13" providerId="AD" clId="Web-{4CC37F7F-A43A-EA1A-9E50-3A90A8888657}" dt="2026-05-14T09:11:29.467" v="5" actId="1076"/>
          <ac:spMkLst>
            <pc:docMk/>
            <pc:sldMk cId="638018240" sldId="3383"/>
            <ac:spMk id="64" creationId="{C9516865-1487-03FF-B6E3-9AE03B1AAF93}"/>
          </ac:spMkLst>
        </pc:spChg>
        <pc:spChg chg="mod">
          <ac:chgData name="Greg Mullen" userId="S::gmullen@segotx.com::15d9f696-28c4-4111-b985-4ee728509f13" providerId="AD" clId="Web-{4CC37F7F-A43A-EA1A-9E50-3A90A8888657}" dt="2026-05-14T09:11:29.483" v="6" actId="1076"/>
          <ac:spMkLst>
            <pc:docMk/>
            <pc:sldMk cId="638018240" sldId="3383"/>
            <ac:spMk id="65" creationId="{507F31CC-D8A7-1509-4AB0-C4B1CFFDAB31}"/>
          </ac:spMkLst>
        </pc:spChg>
        <pc:spChg chg="mod">
          <ac:chgData name="Greg Mullen" userId="S::gmullen@segotx.com::15d9f696-28c4-4111-b985-4ee728509f13" providerId="AD" clId="Web-{4CC37F7F-A43A-EA1A-9E50-3A90A8888657}" dt="2026-05-14T09:11:29.592" v="13" actId="1076"/>
          <ac:spMkLst>
            <pc:docMk/>
            <pc:sldMk cId="638018240" sldId="3383"/>
            <ac:spMk id="76" creationId="{C6AC3CF6-F2D3-C680-ECF4-596166F67286}"/>
          </ac:spMkLst>
        </pc:spChg>
        <pc:spChg chg="mod">
          <ac:chgData name="Greg Mullen" userId="S::gmullen@segotx.com::15d9f696-28c4-4111-b985-4ee728509f13" providerId="AD" clId="Web-{4CC37F7F-A43A-EA1A-9E50-3A90A8888657}" dt="2026-05-14T09:11:29.624" v="14" actId="1076"/>
          <ac:spMkLst>
            <pc:docMk/>
            <pc:sldMk cId="638018240" sldId="3383"/>
            <ac:spMk id="77" creationId="{4E6706F2-16A4-720C-AD0F-0FB890D25D3B}"/>
          </ac:spMkLst>
        </pc:spChg>
        <pc:grpChg chg="mod">
          <ac:chgData name="Greg Mullen" userId="S::gmullen@segotx.com::15d9f696-28c4-4111-b985-4ee728509f13" providerId="AD" clId="Web-{4CC37F7F-A43A-EA1A-9E50-3A90A8888657}" dt="2026-05-14T09:11:29.639" v="15" actId="1076"/>
          <ac:grpSpMkLst>
            <pc:docMk/>
            <pc:sldMk cId="638018240" sldId="3383"/>
            <ac:grpSpMk id="2" creationId="{74369FDD-E578-CD3E-3392-3C99B40E3554}"/>
          </ac:grpSpMkLst>
        </pc:grpChg>
        <pc:grpChg chg="mod">
          <ac:chgData name="Greg Mullen" userId="S::gmullen@segotx.com::15d9f696-28c4-4111-b985-4ee728509f13" providerId="AD" clId="Web-{4CC37F7F-A43A-EA1A-9E50-3A90A8888657}" dt="2026-05-14T09:11:29.655" v="16" actId="1076"/>
          <ac:grpSpMkLst>
            <pc:docMk/>
            <pc:sldMk cId="638018240" sldId="3383"/>
            <ac:grpSpMk id="9" creationId="{6937B8CC-681C-911A-F6CE-43D01D1377CF}"/>
          </ac:grpSpMkLst>
        </pc:grpChg>
        <pc:grpChg chg="mod">
          <ac:chgData name="Greg Mullen" userId="S::gmullen@segotx.com::15d9f696-28c4-4111-b985-4ee728509f13" providerId="AD" clId="Web-{4CC37F7F-A43A-EA1A-9E50-3A90A8888657}" dt="2026-05-14T09:11:29.670" v="17" actId="1076"/>
          <ac:grpSpMkLst>
            <pc:docMk/>
            <pc:sldMk cId="638018240" sldId="3383"/>
            <ac:grpSpMk id="12" creationId="{21F532F9-4C83-62B2-E4D8-50D5D7D6058D}"/>
          </ac:grpSpMkLst>
        </pc:grpChg>
        <pc:grpChg chg="mod">
          <ac:chgData name="Greg Mullen" userId="S::gmullen@segotx.com::15d9f696-28c4-4111-b985-4ee728509f13" providerId="AD" clId="Web-{4CC37F7F-A43A-EA1A-9E50-3A90A8888657}" dt="2026-05-14T09:11:29.686" v="18" actId="1076"/>
          <ac:grpSpMkLst>
            <pc:docMk/>
            <pc:sldMk cId="638018240" sldId="3383"/>
            <ac:grpSpMk id="15" creationId="{8D1BEFC2-BBA6-C041-07D1-43751D6463A6}"/>
          </ac:grpSpMkLst>
        </pc:grpChg>
        <pc:grpChg chg="add mod">
          <ac:chgData name="Greg Mullen" userId="S::gmullen@segotx.com::15d9f696-28c4-4111-b985-4ee728509f13" providerId="AD" clId="Web-{4CC37F7F-A43A-EA1A-9E50-3A90A8888657}" dt="2026-05-14T09:15:50.225" v="83" actId="1076"/>
          <ac:grpSpMkLst>
            <pc:docMk/>
            <pc:sldMk cId="638018240" sldId="3383"/>
            <ac:grpSpMk id="21" creationId="{ED5C1F6D-EF4E-7846-C2F1-01A90112CFDD}"/>
          </ac:grpSpMkLst>
        </pc:grpChg>
        <pc:grpChg chg="mod">
          <ac:chgData name="Greg Mullen" userId="S::gmullen@segotx.com::15d9f696-28c4-4111-b985-4ee728509f13" providerId="AD" clId="Web-{4CC37F7F-A43A-EA1A-9E50-3A90A8888657}" dt="2026-05-14T09:11:29.452" v="4" actId="1076"/>
          <ac:grpSpMkLst>
            <pc:docMk/>
            <pc:sldMk cId="638018240" sldId="3383"/>
            <ac:grpSpMk id="26" creationId="{D4F84686-0A5F-B4A5-5127-B1D6BCC97B29}"/>
          </ac:grpSpMkLst>
        </pc:grpChg>
        <pc:grpChg chg="mod">
          <ac:chgData name="Greg Mullen" userId="S::gmullen@segotx.com::15d9f696-28c4-4111-b985-4ee728509f13" providerId="AD" clId="Web-{4CC37F7F-A43A-EA1A-9E50-3A90A8888657}" dt="2026-05-14T09:11:29.420" v="3" actId="1076"/>
          <ac:grpSpMkLst>
            <pc:docMk/>
            <pc:sldMk cId="638018240" sldId="3383"/>
            <ac:grpSpMk id="32" creationId="{5C1890C5-BD27-EA82-C8ED-87AEA4A910B1}"/>
          </ac:grpSpMkLst>
        </pc:grpChg>
      </pc:sldChg>
      <pc:sldChg chg="add del">
        <pc:chgData name="Greg Mullen" userId="S::gmullen@segotx.com::15d9f696-28c4-4111-b985-4ee728509f13" providerId="AD" clId="Web-{4CC37F7F-A43A-EA1A-9E50-3A90A8888657}" dt="2026-05-14T09:15:34.693" v="79"/>
        <pc:sldMkLst>
          <pc:docMk/>
          <pc:sldMk cId="1711872462" sldId="33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D6AD84-34D8-4D36-9A1D-6A5EFDF3B30E}"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GB"/>
        </a:p>
      </dgm:t>
    </dgm:pt>
    <dgm:pt modelId="{0717C847-3E77-48D6-B2EC-A34FDF2E43DF}">
      <dgm:prSet phldrT="[Text]" custT="1"/>
      <dgm:spPr>
        <a:solidFill>
          <a:srgbClr val="656670"/>
        </a:solidFill>
      </dgm:spPr>
      <dgm:t>
        <a:bodyPr/>
        <a:lstStyle/>
        <a:p>
          <a:r>
            <a:rPr lang="en-GB" sz="800"/>
            <a:t>President/CEO</a:t>
          </a:r>
        </a:p>
      </dgm:t>
    </dgm:pt>
    <dgm:pt modelId="{4A6B2AC0-8D20-4C86-960A-AF2BBFAFB257}" type="parTrans" cxnId="{0B498F2C-CC3F-4D07-8DC0-F116EC973392}">
      <dgm:prSet/>
      <dgm:spPr/>
      <dgm:t>
        <a:bodyPr/>
        <a:lstStyle/>
        <a:p>
          <a:endParaRPr lang="en-GB" sz="800"/>
        </a:p>
      </dgm:t>
    </dgm:pt>
    <dgm:pt modelId="{63C42F17-C048-4449-8675-9D764A6E9EE7}" type="sibTrans" cxnId="{0B498F2C-CC3F-4D07-8DC0-F116EC973392}">
      <dgm:prSet custT="1"/>
      <dgm:spPr/>
      <dgm:t>
        <a:bodyPr/>
        <a:lstStyle/>
        <a:p>
          <a:r>
            <a:rPr lang="en-GB" sz="800"/>
            <a:t>Jeevan Virk</a:t>
          </a:r>
        </a:p>
      </dgm:t>
    </dgm:pt>
    <dgm:pt modelId="{605A44B3-32F9-4471-8034-B80A8F70A47E}">
      <dgm:prSet custT="1"/>
      <dgm:spPr>
        <a:solidFill>
          <a:srgbClr val="656670"/>
        </a:solidFill>
      </dgm:spPr>
      <dgm:t>
        <a:bodyPr/>
        <a:lstStyle/>
        <a:p>
          <a:r>
            <a:rPr lang="en-GB" sz="800" dirty="0"/>
            <a:t>Head of Operations</a:t>
          </a:r>
        </a:p>
      </dgm:t>
    </dgm:pt>
    <dgm:pt modelId="{BB38609D-6EAF-4703-8A1A-77DED5F40FF3}" type="parTrans" cxnId="{5C8342F9-0586-4FE4-8CBC-0983A0273286}">
      <dgm:prSet/>
      <dgm:spPr/>
      <dgm:t>
        <a:bodyPr/>
        <a:lstStyle/>
        <a:p>
          <a:endParaRPr lang="en-GB" sz="800"/>
        </a:p>
      </dgm:t>
    </dgm:pt>
    <dgm:pt modelId="{B516509D-FD1A-4E20-8F11-65FF657E8724}" type="sibTrans" cxnId="{5C8342F9-0586-4FE4-8CBC-0983A0273286}">
      <dgm:prSet custT="1"/>
      <dgm:spPr/>
      <dgm:t>
        <a:bodyPr/>
        <a:lstStyle/>
        <a:p>
          <a:r>
            <a:rPr lang="en-GB" sz="800"/>
            <a:t>Adam Badar</a:t>
          </a:r>
        </a:p>
      </dgm:t>
    </dgm:pt>
    <dgm:pt modelId="{3214CE0B-35D0-4B2B-B0AC-331DE7EEFC4F}">
      <dgm:prSet custT="1"/>
      <dgm:spPr>
        <a:solidFill>
          <a:schemeClr val="tx1"/>
        </a:solidFill>
      </dgm:spPr>
      <dgm:t>
        <a:bodyPr/>
        <a:lstStyle/>
        <a:p>
          <a:r>
            <a:rPr lang="en-GB" sz="800"/>
            <a:t>FP&amp;A</a:t>
          </a:r>
        </a:p>
      </dgm:t>
    </dgm:pt>
    <dgm:pt modelId="{67D183D5-237F-4C6B-96A1-212FD1E721A7}" type="parTrans" cxnId="{9E804947-D565-404F-BBF3-969388F51E4E}">
      <dgm:prSet/>
      <dgm:spPr/>
      <dgm:t>
        <a:bodyPr/>
        <a:lstStyle/>
        <a:p>
          <a:endParaRPr lang="en-GB" sz="800"/>
        </a:p>
      </dgm:t>
    </dgm:pt>
    <dgm:pt modelId="{5A356616-ED90-4A8E-9491-2033708CC082}" type="sibTrans" cxnId="{9E804947-D565-404F-BBF3-969388F51E4E}">
      <dgm:prSet custT="1"/>
      <dgm:spPr/>
      <dgm:t>
        <a:bodyPr/>
        <a:lstStyle/>
        <a:p>
          <a:endParaRPr lang="en-GB" sz="800"/>
        </a:p>
      </dgm:t>
    </dgm:pt>
    <dgm:pt modelId="{024523B0-DB3D-4F04-B31F-5D00D571CEB8}">
      <dgm:prSet custT="1"/>
      <dgm:spPr>
        <a:solidFill>
          <a:schemeClr val="tx1"/>
        </a:solidFill>
      </dgm:spPr>
      <dgm:t>
        <a:bodyPr/>
        <a:lstStyle/>
        <a:p>
          <a:r>
            <a:rPr lang="en-GB" sz="800"/>
            <a:t>Head of HR</a:t>
          </a:r>
        </a:p>
      </dgm:t>
    </dgm:pt>
    <dgm:pt modelId="{ACD94B9E-B926-43BF-B2BE-890CF3E1DEFF}" type="parTrans" cxnId="{37354153-3F86-42D1-9EC9-57C583A47D3D}">
      <dgm:prSet/>
      <dgm:spPr/>
      <dgm:t>
        <a:bodyPr/>
        <a:lstStyle/>
        <a:p>
          <a:endParaRPr lang="en-GB" sz="800"/>
        </a:p>
      </dgm:t>
    </dgm:pt>
    <dgm:pt modelId="{09D71AAC-4ED0-4061-953C-14D145DEFDEF}" type="sibTrans" cxnId="{37354153-3F86-42D1-9EC9-57C583A47D3D}">
      <dgm:prSet custT="1"/>
      <dgm:spPr/>
      <dgm:t>
        <a:bodyPr/>
        <a:lstStyle/>
        <a:p>
          <a:r>
            <a:rPr lang="en-GB" sz="800"/>
            <a:t>Britt McPartland</a:t>
          </a:r>
        </a:p>
      </dgm:t>
    </dgm:pt>
    <dgm:pt modelId="{B607CA87-1D6C-4AA9-BE44-FA15320835CB}">
      <dgm:prSet custT="1"/>
      <dgm:spPr>
        <a:solidFill>
          <a:srgbClr val="61896E"/>
        </a:solidFill>
      </dgm:spPr>
      <dgm:t>
        <a:bodyPr/>
        <a:lstStyle/>
        <a:p>
          <a:r>
            <a:rPr lang="en-GB" sz="800"/>
            <a:t>Sr Lab Ops Manager</a:t>
          </a:r>
        </a:p>
      </dgm:t>
    </dgm:pt>
    <dgm:pt modelId="{AEFFBD63-0FEA-4AEC-9BED-A052BBAEADD8}" type="parTrans" cxnId="{6115DFB7-BCBB-4DD8-8CD2-3892E63DDABD}">
      <dgm:prSet/>
      <dgm:spPr/>
      <dgm:t>
        <a:bodyPr/>
        <a:lstStyle/>
        <a:p>
          <a:endParaRPr lang="en-GB" sz="800"/>
        </a:p>
      </dgm:t>
    </dgm:pt>
    <dgm:pt modelId="{20D0667F-9124-4630-B563-37956E05A45F}" type="sibTrans" cxnId="{6115DFB7-BCBB-4DD8-8CD2-3892E63DDABD}">
      <dgm:prSet custT="1"/>
      <dgm:spPr/>
      <dgm:t>
        <a:bodyPr/>
        <a:lstStyle/>
        <a:p>
          <a:r>
            <a:rPr lang="en-GB" sz="800"/>
            <a:t>Kate Brown</a:t>
          </a:r>
        </a:p>
      </dgm:t>
    </dgm:pt>
    <dgm:pt modelId="{B4277FCB-10EB-4B97-855B-42E6953BC8F2}">
      <dgm:prSet custT="1"/>
      <dgm:spPr>
        <a:solidFill>
          <a:srgbClr val="61896E"/>
        </a:solidFill>
      </dgm:spPr>
      <dgm:t>
        <a:bodyPr/>
        <a:lstStyle/>
        <a:p>
          <a:r>
            <a:rPr lang="en-GB" sz="800"/>
            <a:t>Lab Ops Manager</a:t>
          </a:r>
        </a:p>
      </dgm:t>
    </dgm:pt>
    <dgm:pt modelId="{B875CD3F-559A-49CF-AC16-B02E6BA032EC}" type="parTrans" cxnId="{F33D5B27-C083-4B47-8A32-040FD69A9C02}">
      <dgm:prSet/>
      <dgm:spPr/>
      <dgm:t>
        <a:bodyPr/>
        <a:lstStyle/>
        <a:p>
          <a:endParaRPr lang="en-GB" sz="800"/>
        </a:p>
      </dgm:t>
    </dgm:pt>
    <dgm:pt modelId="{89E92182-B352-418F-BFF6-09253DF42839}" type="sibTrans" cxnId="{F33D5B27-C083-4B47-8A32-040FD69A9C02}">
      <dgm:prSet custT="1"/>
      <dgm:spPr/>
      <dgm:t>
        <a:bodyPr/>
        <a:lstStyle/>
        <a:p>
          <a:r>
            <a:rPr lang="en-GB" sz="800"/>
            <a:t>Zsanett Buko</a:t>
          </a:r>
        </a:p>
      </dgm:t>
    </dgm:pt>
    <dgm:pt modelId="{19EF73E7-74E5-48FC-A921-95D472AB81F1}">
      <dgm:prSet custT="1"/>
      <dgm:spPr>
        <a:solidFill>
          <a:srgbClr val="61896E"/>
        </a:solidFill>
      </dgm:spPr>
      <dgm:t>
        <a:bodyPr/>
        <a:lstStyle/>
        <a:p>
          <a:r>
            <a:rPr lang="en-GB" sz="800"/>
            <a:t>Lab Ops Manager</a:t>
          </a:r>
        </a:p>
      </dgm:t>
    </dgm:pt>
    <dgm:pt modelId="{0106154A-856F-476E-9010-A91974A22322}" type="parTrans" cxnId="{A36523A2-568A-41CF-970F-8A9FEC938908}">
      <dgm:prSet/>
      <dgm:spPr/>
      <dgm:t>
        <a:bodyPr/>
        <a:lstStyle/>
        <a:p>
          <a:endParaRPr lang="en-GB" sz="800"/>
        </a:p>
      </dgm:t>
    </dgm:pt>
    <dgm:pt modelId="{FC5D19E5-A3DD-4A3B-83FC-B8791675C217}" type="sibTrans" cxnId="{A36523A2-568A-41CF-970F-8A9FEC938908}">
      <dgm:prSet custT="1"/>
      <dgm:spPr/>
      <dgm:t>
        <a:bodyPr/>
        <a:lstStyle/>
        <a:p>
          <a:endParaRPr lang="en-GB" sz="800"/>
        </a:p>
      </dgm:t>
    </dgm:pt>
    <dgm:pt modelId="{42DDFC05-3B9B-449E-9E3B-8C35F104DA2C}">
      <dgm:prSet custT="1"/>
      <dgm:spPr>
        <a:solidFill>
          <a:srgbClr val="61896E"/>
        </a:solidFill>
      </dgm:spPr>
      <dgm:t>
        <a:bodyPr/>
        <a:lstStyle/>
        <a:p>
          <a:r>
            <a:rPr lang="en-GB" sz="800"/>
            <a:t>AD R&amp;D Program Management</a:t>
          </a:r>
        </a:p>
      </dgm:t>
    </dgm:pt>
    <dgm:pt modelId="{431B5325-7CD9-43C8-A328-1CEDF5AA22DE}" type="parTrans" cxnId="{CB8E38EC-80CF-4ECF-B4C6-9255B2222782}">
      <dgm:prSet/>
      <dgm:spPr/>
      <dgm:t>
        <a:bodyPr/>
        <a:lstStyle/>
        <a:p>
          <a:endParaRPr lang="en-GB" sz="800"/>
        </a:p>
      </dgm:t>
    </dgm:pt>
    <dgm:pt modelId="{12DBED5B-CC92-42E2-B096-3C6C2CDA15CC}" type="sibTrans" cxnId="{CB8E38EC-80CF-4ECF-B4C6-9255B2222782}">
      <dgm:prSet custT="1"/>
      <dgm:spPr/>
      <dgm:t>
        <a:bodyPr/>
        <a:lstStyle/>
        <a:p>
          <a:r>
            <a:rPr lang="en-GB" sz="800"/>
            <a:t>Mia Klonsky</a:t>
          </a:r>
        </a:p>
      </dgm:t>
    </dgm:pt>
    <dgm:pt modelId="{476A8659-C546-4D11-ADB1-3EDCED787D81}">
      <dgm:prSet custT="1"/>
      <dgm:spPr>
        <a:solidFill>
          <a:srgbClr val="61896E"/>
        </a:solidFill>
      </dgm:spPr>
      <dgm:t>
        <a:bodyPr/>
        <a:lstStyle/>
        <a:p>
          <a:r>
            <a:rPr lang="en-GB" sz="800"/>
            <a:t>Vivarium Ops Manager</a:t>
          </a:r>
        </a:p>
      </dgm:t>
    </dgm:pt>
    <dgm:pt modelId="{FFB0567D-2446-4601-96E8-92E068DE16A0}" type="parTrans" cxnId="{B0D9A7ED-986F-4561-B29B-FA55B312BF24}">
      <dgm:prSet/>
      <dgm:spPr/>
      <dgm:t>
        <a:bodyPr/>
        <a:lstStyle/>
        <a:p>
          <a:endParaRPr lang="en-GB" sz="800"/>
        </a:p>
      </dgm:t>
    </dgm:pt>
    <dgm:pt modelId="{B2835FD8-CE51-46DE-BD33-2214E3DBCF5C}" type="sibTrans" cxnId="{B0D9A7ED-986F-4561-B29B-FA55B312BF24}">
      <dgm:prSet custT="1"/>
      <dgm:spPr/>
      <dgm:t>
        <a:bodyPr/>
        <a:lstStyle/>
        <a:p>
          <a:endParaRPr lang="en-GB" sz="800"/>
        </a:p>
      </dgm:t>
    </dgm:pt>
    <dgm:pt modelId="{C14316F2-BC6F-435B-A25C-F8927F85C198}">
      <dgm:prSet custT="1"/>
      <dgm:spPr>
        <a:solidFill>
          <a:srgbClr val="61896E"/>
        </a:solidFill>
      </dgm:spPr>
      <dgm:t>
        <a:bodyPr/>
        <a:lstStyle/>
        <a:p>
          <a:r>
            <a:rPr lang="en-GB" sz="800"/>
            <a:t>Business Operations Manager</a:t>
          </a:r>
        </a:p>
      </dgm:t>
    </dgm:pt>
    <dgm:pt modelId="{16DEC7EA-7B9D-4F77-ADA6-3E884F95B774}" type="parTrans" cxnId="{C0D5B8D7-CEB7-4C2C-8EDF-AF236C36455B}">
      <dgm:prSet/>
      <dgm:spPr/>
      <dgm:t>
        <a:bodyPr/>
        <a:lstStyle/>
        <a:p>
          <a:endParaRPr lang="en-GB" sz="800"/>
        </a:p>
      </dgm:t>
    </dgm:pt>
    <dgm:pt modelId="{4112520A-6CD0-49C3-9DD8-76F1D070D167}" type="sibTrans" cxnId="{C0D5B8D7-CEB7-4C2C-8EDF-AF236C36455B}">
      <dgm:prSet custT="1"/>
      <dgm:spPr/>
      <dgm:t>
        <a:bodyPr/>
        <a:lstStyle/>
        <a:p>
          <a:endParaRPr lang="en-GB" sz="800"/>
        </a:p>
      </dgm:t>
    </dgm:pt>
    <dgm:pt modelId="{3FB30857-6113-4C65-A785-D58FE57B7D83}">
      <dgm:prSet custT="1"/>
      <dgm:spPr>
        <a:solidFill>
          <a:srgbClr val="656670"/>
        </a:solidFill>
      </dgm:spPr>
      <dgm:t>
        <a:bodyPr/>
        <a:lstStyle/>
        <a:p>
          <a:r>
            <a:rPr lang="en-GB" sz="800"/>
            <a:t>Chief Translation Officer</a:t>
          </a:r>
        </a:p>
      </dgm:t>
    </dgm:pt>
    <dgm:pt modelId="{8A6517C2-8775-4877-8F69-4FA60C3CFC12}" type="parTrans" cxnId="{E18BF5A1-0B12-404E-B9CF-D795A2E789B7}">
      <dgm:prSet/>
      <dgm:spPr/>
      <dgm:t>
        <a:bodyPr/>
        <a:lstStyle/>
        <a:p>
          <a:endParaRPr lang="en-GB" sz="800"/>
        </a:p>
      </dgm:t>
    </dgm:pt>
    <dgm:pt modelId="{97455830-CC4D-4282-A4E4-49A6F86D6D9D}" type="sibTrans" cxnId="{E18BF5A1-0B12-404E-B9CF-D795A2E789B7}">
      <dgm:prSet custT="1"/>
      <dgm:spPr/>
      <dgm:t>
        <a:bodyPr/>
        <a:lstStyle/>
        <a:p>
          <a:r>
            <a:rPr lang="en-GB" sz="800"/>
            <a:t>Greg Mullen</a:t>
          </a:r>
        </a:p>
      </dgm:t>
    </dgm:pt>
    <dgm:pt modelId="{71B725DD-F289-47F1-9C35-B115ADD78222}">
      <dgm:prSet custT="1"/>
      <dgm:spPr>
        <a:solidFill>
          <a:srgbClr val="656670"/>
        </a:solidFill>
      </dgm:spPr>
      <dgm:t>
        <a:bodyPr/>
        <a:lstStyle/>
        <a:p>
          <a:r>
            <a:rPr lang="en-GB" sz="800"/>
            <a:t>Head of Research</a:t>
          </a:r>
        </a:p>
      </dgm:t>
    </dgm:pt>
    <dgm:pt modelId="{5AAFC57F-236F-4F55-9C8D-B80348FC5C86}" type="parTrans" cxnId="{CF28163C-6F83-4AFA-8266-EF0F388F19D0}">
      <dgm:prSet/>
      <dgm:spPr/>
      <dgm:t>
        <a:bodyPr/>
        <a:lstStyle/>
        <a:p>
          <a:endParaRPr lang="en-GB" sz="800"/>
        </a:p>
      </dgm:t>
    </dgm:pt>
    <dgm:pt modelId="{C9081940-B274-481E-BF61-60693B7CF411}" type="sibTrans" cxnId="{CF28163C-6F83-4AFA-8266-EF0F388F19D0}">
      <dgm:prSet custT="1"/>
      <dgm:spPr/>
      <dgm:t>
        <a:bodyPr/>
        <a:lstStyle/>
        <a:p>
          <a:r>
            <a:rPr lang="en-GB" sz="800"/>
            <a:t>Richard Tavare</a:t>
          </a:r>
        </a:p>
      </dgm:t>
    </dgm:pt>
    <dgm:pt modelId="{3192FB16-240D-488B-B26E-DA5899E6AB59}">
      <dgm:prSet custT="1"/>
      <dgm:spPr>
        <a:solidFill>
          <a:srgbClr val="002924"/>
        </a:solidFill>
      </dgm:spPr>
      <dgm:t>
        <a:bodyPr/>
        <a:lstStyle/>
        <a:p>
          <a:r>
            <a:rPr lang="en-GB" sz="600"/>
            <a:t>Head of Radiochemistry and Sr Director of Manufacturing</a:t>
          </a:r>
        </a:p>
      </dgm:t>
    </dgm:pt>
    <dgm:pt modelId="{BF039EB6-70F5-41AD-9C9D-18C4240904C7}" type="parTrans" cxnId="{6EB3E5B6-2AE2-4F5C-A783-9CBB4FFE11EF}">
      <dgm:prSet/>
      <dgm:spPr/>
      <dgm:t>
        <a:bodyPr/>
        <a:lstStyle/>
        <a:p>
          <a:endParaRPr lang="en-GB" sz="800"/>
        </a:p>
      </dgm:t>
    </dgm:pt>
    <dgm:pt modelId="{C13D7676-D169-4570-8875-AA6751CCDB79}" type="sibTrans" cxnId="{6EB3E5B6-2AE2-4F5C-A783-9CBB4FFE11EF}">
      <dgm:prSet custT="1"/>
      <dgm:spPr/>
      <dgm:t>
        <a:bodyPr/>
        <a:lstStyle/>
        <a:p>
          <a:r>
            <a:rPr lang="en-GB" sz="800"/>
            <a:t>Brandon Buckway</a:t>
          </a:r>
        </a:p>
      </dgm:t>
    </dgm:pt>
    <dgm:pt modelId="{355D8DC6-3103-492C-9D26-569DEE2D0AE7}">
      <dgm:prSet custT="1"/>
      <dgm:spPr>
        <a:solidFill>
          <a:srgbClr val="61896E"/>
        </a:solidFill>
      </dgm:spPr>
      <dgm:t>
        <a:bodyPr/>
        <a:lstStyle/>
        <a:p>
          <a:r>
            <a:rPr lang="en-GB" sz="800"/>
            <a:t>Radiochemist</a:t>
          </a:r>
        </a:p>
      </dgm:t>
    </dgm:pt>
    <dgm:pt modelId="{5F32C9FA-9D2A-476F-A57D-5FB5BC97D2DD}" type="parTrans" cxnId="{58A5DC98-22BE-4889-AD30-DC16ABFDEE7F}">
      <dgm:prSet/>
      <dgm:spPr/>
      <dgm:t>
        <a:bodyPr/>
        <a:lstStyle/>
        <a:p>
          <a:endParaRPr lang="en-GB" sz="800"/>
        </a:p>
      </dgm:t>
    </dgm:pt>
    <dgm:pt modelId="{2FEC17B5-E1F8-49DE-BC10-B00064EFF4C2}" type="sibTrans" cxnId="{58A5DC98-22BE-4889-AD30-DC16ABFDEE7F}">
      <dgm:prSet custT="1"/>
      <dgm:spPr/>
      <dgm:t>
        <a:bodyPr/>
        <a:lstStyle/>
        <a:p>
          <a:endParaRPr lang="en-GB" sz="800"/>
        </a:p>
      </dgm:t>
    </dgm:pt>
    <dgm:pt modelId="{B2B3136E-39D4-461E-A25A-E23EF4A5857B}">
      <dgm:prSet custT="1"/>
      <dgm:spPr>
        <a:solidFill>
          <a:srgbClr val="61896E"/>
        </a:solidFill>
      </dgm:spPr>
      <dgm:t>
        <a:bodyPr/>
        <a:lstStyle/>
        <a:p>
          <a:r>
            <a:rPr lang="en-GB" sz="800"/>
            <a:t>Radiochemist</a:t>
          </a:r>
        </a:p>
      </dgm:t>
    </dgm:pt>
    <dgm:pt modelId="{AAB27535-4722-40AF-AA4B-054CEA6C40A3}" type="parTrans" cxnId="{A22553CE-E6AE-48A8-A721-8CDFBD5F0D82}">
      <dgm:prSet/>
      <dgm:spPr/>
      <dgm:t>
        <a:bodyPr/>
        <a:lstStyle/>
        <a:p>
          <a:endParaRPr lang="en-GB" sz="800"/>
        </a:p>
      </dgm:t>
    </dgm:pt>
    <dgm:pt modelId="{8F61A662-796B-4A4E-992C-2C5E350F7333}" type="sibTrans" cxnId="{A22553CE-E6AE-48A8-A721-8CDFBD5F0D82}">
      <dgm:prSet custT="1"/>
      <dgm:spPr/>
      <dgm:t>
        <a:bodyPr/>
        <a:lstStyle/>
        <a:p>
          <a:endParaRPr lang="en-GB" sz="800"/>
        </a:p>
      </dgm:t>
    </dgm:pt>
    <dgm:pt modelId="{1939C5F3-A28F-4205-B71F-B0AADFCEB3E3}">
      <dgm:prSet custT="1"/>
      <dgm:spPr>
        <a:solidFill>
          <a:srgbClr val="002924"/>
        </a:solidFill>
      </dgm:spPr>
      <dgm:t>
        <a:bodyPr/>
        <a:lstStyle/>
        <a:p>
          <a:r>
            <a:rPr lang="en-GB" sz="800"/>
            <a:t>Head of Medicinal Chemistry</a:t>
          </a:r>
        </a:p>
      </dgm:t>
    </dgm:pt>
    <dgm:pt modelId="{9095C6E5-A1C9-42FD-9DA2-955FA415C735}" type="parTrans" cxnId="{69B0CB98-A485-4749-9BE7-90F13C67D9C2}">
      <dgm:prSet/>
      <dgm:spPr/>
      <dgm:t>
        <a:bodyPr/>
        <a:lstStyle/>
        <a:p>
          <a:endParaRPr lang="en-GB" sz="800"/>
        </a:p>
      </dgm:t>
    </dgm:pt>
    <dgm:pt modelId="{EC3BA269-683B-4BD5-B30B-9C2C5C7C5520}" type="sibTrans" cxnId="{69B0CB98-A485-4749-9BE7-90F13C67D9C2}">
      <dgm:prSet custT="1"/>
      <dgm:spPr/>
      <dgm:t>
        <a:bodyPr/>
        <a:lstStyle/>
        <a:p>
          <a:r>
            <a:rPr lang="en-GB" sz="800"/>
            <a:t>Anthony Silvestri</a:t>
          </a:r>
        </a:p>
      </dgm:t>
    </dgm:pt>
    <dgm:pt modelId="{477DD275-990A-40A4-83D3-B030EBF1A6B7}">
      <dgm:prSet custT="1"/>
      <dgm:spPr>
        <a:solidFill>
          <a:srgbClr val="61896E"/>
        </a:solidFill>
      </dgm:spPr>
      <dgm:t>
        <a:bodyPr/>
        <a:lstStyle/>
        <a:p>
          <a:r>
            <a:rPr lang="en-GB" sz="800"/>
            <a:t>Director of Peptide Chemistry</a:t>
          </a:r>
        </a:p>
      </dgm:t>
    </dgm:pt>
    <dgm:pt modelId="{9421B09F-5E37-4149-9BCB-668CBD6FDCA5}" type="parTrans" cxnId="{BA692D81-1C84-4F9F-8F05-DC676F0EE6E2}">
      <dgm:prSet/>
      <dgm:spPr/>
      <dgm:t>
        <a:bodyPr/>
        <a:lstStyle/>
        <a:p>
          <a:endParaRPr lang="en-GB" sz="800"/>
        </a:p>
      </dgm:t>
    </dgm:pt>
    <dgm:pt modelId="{D285BD4D-8C76-4F27-B9F0-609CBBCC1D7D}" type="sibTrans" cxnId="{BA692D81-1C84-4F9F-8F05-DC676F0EE6E2}">
      <dgm:prSet custT="1"/>
      <dgm:spPr/>
      <dgm:t>
        <a:bodyPr/>
        <a:lstStyle/>
        <a:p>
          <a:r>
            <a:rPr lang="en-GB" sz="800"/>
            <a:t>Anders Eliasen</a:t>
          </a:r>
        </a:p>
      </dgm:t>
    </dgm:pt>
    <dgm:pt modelId="{010B178B-D7C5-4C8A-9C2A-8CBB95599011}">
      <dgm:prSet custT="1"/>
      <dgm:spPr>
        <a:solidFill>
          <a:srgbClr val="61896E"/>
        </a:solidFill>
      </dgm:spPr>
      <dgm:t>
        <a:bodyPr/>
        <a:lstStyle/>
        <a:p>
          <a:r>
            <a:rPr lang="en-GB" sz="800"/>
            <a:t>Peptide Chemist</a:t>
          </a:r>
        </a:p>
      </dgm:t>
    </dgm:pt>
    <dgm:pt modelId="{C16FA09E-D046-4CD1-953C-C311AB77F6D9}" type="parTrans" cxnId="{68FE0232-4B6C-4E4D-9386-D5E9E6956C94}">
      <dgm:prSet/>
      <dgm:spPr/>
      <dgm:t>
        <a:bodyPr/>
        <a:lstStyle/>
        <a:p>
          <a:endParaRPr lang="en-GB" sz="800"/>
        </a:p>
      </dgm:t>
    </dgm:pt>
    <dgm:pt modelId="{B7AFAA5A-F2DC-4503-82D0-159562940E12}" type="sibTrans" cxnId="{68FE0232-4B6C-4E4D-9386-D5E9E6956C94}">
      <dgm:prSet custT="1"/>
      <dgm:spPr/>
      <dgm:t>
        <a:bodyPr/>
        <a:lstStyle/>
        <a:p>
          <a:endParaRPr lang="en-GB" sz="800"/>
        </a:p>
      </dgm:t>
    </dgm:pt>
    <dgm:pt modelId="{E2EF1340-CDBC-4572-8A3F-FF4D1AB9DA7F}">
      <dgm:prSet custT="1"/>
      <dgm:spPr>
        <a:solidFill>
          <a:srgbClr val="61896E"/>
        </a:solidFill>
      </dgm:spPr>
      <dgm:t>
        <a:bodyPr/>
        <a:lstStyle/>
        <a:p>
          <a:r>
            <a:rPr lang="en-GB" sz="800"/>
            <a:t>Peptide Chemist</a:t>
          </a:r>
        </a:p>
      </dgm:t>
    </dgm:pt>
    <dgm:pt modelId="{D9A5C21B-B13E-4CB7-B1B8-BAC51F816298}" type="parTrans" cxnId="{E5AE2609-881F-4CA8-A405-481CD02532B9}">
      <dgm:prSet/>
      <dgm:spPr/>
      <dgm:t>
        <a:bodyPr/>
        <a:lstStyle/>
        <a:p>
          <a:endParaRPr lang="en-GB" sz="800"/>
        </a:p>
      </dgm:t>
    </dgm:pt>
    <dgm:pt modelId="{0B51E91A-A0C0-48E0-80D4-A3357D22D927}" type="sibTrans" cxnId="{E5AE2609-881F-4CA8-A405-481CD02532B9}">
      <dgm:prSet custT="1"/>
      <dgm:spPr/>
      <dgm:t>
        <a:bodyPr/>
        <a:lstStyle/>
        <a:p>
          <a:endParaRPr lang="en-GB" sz="800"/>
        </a:p>
      </dgm:t>
    </dgm:pt>
    <dgm:pt modelId="{918A0052-E1DA-4C2B-8784-D18B8BC9B2A3}">
      <dgm:prSet custT="1"/>
      <dgm:spPr>
        <a:solidFill>
          <a:srgbClr val="61896E"/>
        </a:solidFill>
      </dgm:spPr>
      <dgm:t>
        <a:bodyPr/>
        <a:lstStyle/>
        <a:p>
          <a:r>
            <a:rPr lang="en-US" sz="800">
              <a:latin typeface="Aptos Display" panose="02110004020202020204"/>
            </a:rPr>
            <a:t>Associate Director of Computational Chemistry</a:t>
          </a:r>
          <a:endParaRPr lang="en-GB" sz="800"/>
        </a:p>
      </dgm:t>
    </dgm:pt>
    <dgm:pt modelId="{EB22666A-5F0B-4129-A9A1-89D2444AF8E2}" type="parTrans" cxnId="{2FB8ECC9-44DF-4DBC-87D6-DF9F19871898}">
      <dgm:prSet/>
      <dgm:spPr/>
      <dgm:t>
        <a:bodyPr/>
        <a:lstStyle/>
        <a:p>
          <a:endParaRPr lang="en-GB" sz="800"/>
        </a:p>
      </dgm:t>
    </dgm:pt>
    <dgm:pt modelId="{94F5C48F-E121-4C3C-B754-A9B1A132650A}" type="sibTrans" cxnId="{2FB8ECC9-44DF-4DBC-87D6-DF9F19871898}">
      <dgm:prSet custT="1"/>
      <dgm:spPr/>
      <dgm:t>
        <a:bodyPr/>
        <a:lstStyle/>
        <a:p>
          <a:endParaRPr lang="en-GB" sz="800"/>
        </a:p>
      </dgm:t>
    </dgm:pt>
    <dgm:pt modelId="{08433EAF-EEFF-437F-BABD-66976374DFCB}">
      <dgm:prSet custT="1"/>
      <dgm:spPr>
        <a:solidFill>
          <a:srgbClr val="002924"/>
        </a:solidFill>
      </dgm:spPr>
      <dgm:t>
        <a:bodyPr/>
        <a:lstStyle/>
        <a:p>
          <a:r>
            <a:rPr lang="en-GB" sz="800"/>
            <a:t>AD Research (Screening Biologist)</a:t>
          </a:r>
        </a:p>
      </dgm:t>
    </dgm:pt>
    <dgm:pt modelId="{1C4FF66A-4B0E-4B51-A605-3AEF808FED25}" type="parTrans" cxnId="{AD87426A-CED0-4A53-B13B-548E136C0931}">
      <dgm:prSet/>
      <dgm:spPr/>
      <dgm:t>
        <a:bodyPr/>
        <a:lstStyle/>
        <a:p>
          <a:endParaRPr lang="en-GB" sz="800"/>
        </a:p>
      </dgm:t>
    </dgm:pt>
    <dgm:pt modelId="{0725634E-FD95-4C52-8CB9-57AB556018EC}" type="sibTrans" cxnId="{AD87426A-CED0-4A53-B13B-548E136C0931}">
      <dgm:prSet custT="1"/>
      <dgm:spPr/>
      <dgm:t>
        <a:bodyPr/>
        <a:lstStyle/>
        <a:p>
          <a:r>
            <a:rPr lang="en-GB" sz="800"/>
            <a:t>Elizabeth Mitchell</a:t>
          </a:r>
        </a:p>
      </dgm:t>
    </dgm:pt>
    <dgm:pt modelId="{D3EABCD6-4DA8-4BAA-89C4-6CDA38E4E6D3}">
      <dgm:prSet custT="1"/>
      <dgm:spPr>
        <a:solidFill>
          <a:srgbClr val="61896E"/>
        </a:solidFill>
      </dgm:spPr>
      <dgm:t>
        <a:bodyPr/>
        <a:lstStyle/>
        <a:p>
          <a:r>
            <a:rPr lang="en-GB" sz="800"/>
            <a:t>Bioassay Scientist</a:t>
          </a:r>
        </a:p>
      </dgm:t>
    </dgm:pt>
    <dgm:pt modelId="{670174DD-450D-4AC6-AA6C-32E83EAE835D}" type="parTrans" cxnId="{B756ED0E-F0BF-45B5-BDE4-A7E951718BD3}">
      <dgm:prSet/>
      <dgm:spPr/>
      <dgm:t>
        <a:bodyPr/>
        <a:lstStyle/>
        <a:p>
          <a:endParaRPr lang="en-GB" sz="800"/>
        </a:p>
      </dgm:t>
    </dgm:pt>
    <dgm:pt modelId="{6276AD4A-1127-437F-804C-120530B95606}" type="sibTrans" cxnId="{B756ED0E-F0BF-45B5-BDE4-A7E951718BD3}">
      <dgm:prSet custT="1"/>
      <dgm:spPr/>
      <dgm:t>
        <a:bodyPr/>
        <a:lstStyle/>
        <a:p>
          <a:endParaRPr lang="en-GB" sz="800"/>
        </a:p>
      </dgm:t>
    </dgm:pt>
    <dgm:pt modelId="{B7AE20F2-C78D-4386-846B-611B2A0DDC40}">
      <dgm:prSet custT="1"/>
      <dgm:spPr>
        <a:solidFill>
          <a:srgbClr val="002924"/>
        </a:solidFill>
      </dgm:spPr>
      <dgm:t>
        <a:bodyPr/>
        <a:lstStyle/>
        <a:p>
          <a:r>
            <a:rPr lang="en-GB" sz="800"/>
            <a:t>Target Validation Lead</a:t>
          </a:r>
        </a:p>
      </dgm:t>
    </dgm:pt>
    <dgm:pt modelId="{B3044F82-D1C7-4EFC-A90E-308D8535DC34}" type="parTrans" cxnId="{C9DAC0CD-3CA3-4DC7-9C06-4E93DFDF9C8B}">
      <dgm:prSet/>
      <dgm:spPr/>
      <dgm:t>
        <a:bodyPr/>
        <a:lstStyle/>
        <a:p>
          <a:endParaRPr lang="en-GB" sz="800"/>
        </a:p>
      </dgm:t>
    </dgm:pt>
    <dgm:pt modelId="{4C936A82-111C-439C-A12D-97C9E9DF1042}" type="sibTrans" cxnId="{C9DAC0CD-3CA3-4DC7-9C06-4E93DFDF9C8B}">
      <dgm:prSet custT="1"/>
      <dgm:spPr/>
      <dgm:t>
        <a:bodyPr/>
        <a:lstStyle/>
        <a:p>
          <a:r>
            <a:rPr lang="en-GB" sz="800"/>
            <a:t>Kirstin </a:t>
          </a:r>
          <a:r>
            <a:rPr lang="en-GB" sz="800" err="1"/>
            <a:t>Zettlitz</a:t>
          </a:r>
          <a:endParaRPr lang="en-GB" sz="800"/>
        </a:p>
      </dgm:t>
    </dgm:pt>
    <dgm:pt modelId="{663CADD7-00F6-4242-AF1D-FE3D44DBC438}" type="asst">
      <dgm:prSet custT="1"/>
      <dgm:spPr>
        <a:solidFill>
          <a:schemeClr val="tx1"/>
        </a:solidFill>
      </dgm:spPr>
      <dgm:t>
        <a:bodyPr/>
        <a:lstStyle/>
        <a:p>
          <a:r>
            <a:rPr lang="en-GB" sz="800"/>
            <a:t>Strategy Lead</a:t>
          </a:r>
        </a:p>
      </dgm:t>
    </dgm:pt>
    <dgm:pt modelId="{EAE7C4AF-88DC-4D41-A4C3-12D0DD0FA042}" type="parTrans" cxnId="{59B71AF5-487E-4FA8-958A-87739786AB62}">
      <dgm:prSet/>
      <dgm:spPr/>
      <dgm:t>
        <a:bodyPr/>
        <a:lstStyle/>
        <a:p>
          <a:endParaRPr lang="en-GB" sz="800"/>
        </a:p>
      </dgm:t>
    </dgm:pt>
    <dgm:pt modelId="{1EACD684-D6DD-49E2-BD99-74FEE563C9F0}" type="sibTrans" cxnId="{59B71AF5-487E-4FA8-958A-87739786AB62}">
      <dgm:prSet custT="1"/>
      <dgm:spPr/>
      <dgm:t>
        <a:bodyPr/>
        <a:lstStyle/>
        <a:p>
          <a:r>
            <a:rPr lang="en-GB" sz="800"/>
            <a:t>Becca Levin</a:t>
          </a:r>
        </a:p>
      </dgm:t>
    </dgm:pt>
    <dgm:pt modelId="{DC8663AF-F595-496F-8124-5B8AEDE2A3B9}">
      <dgm:prSet/>
      <dgm:spPr>
        <a:solidFill>
          <a:srgbClr val="61896E"/>
        </a:solidFill>
      </dgm:spPr>
      <dgm:t>
        <a:bodyPr/>
        <a:lstStyle/>
        <a:p>
          <a:r>
            <a:rPr lang="en-US"/>
            <a:t>QA Tech/Reg Tech</a:t>
          </a:r>
        </a:p>
      </dgm:t>
    </dgm:pt>
    <dgm:pt modelId="{60317FF3-6206-4E67-BE46-F29EEEEC1D7E}" type="parTrans" cxnId="{D6519BDD-1D25-4575-8B52-88DE75DEE6C7}">
      <dgm:prSet/>
      <dgm:spPr/>
      <dgm:t>
        <a:bodyPr/>
        <a:lstStyle/>
        <a:p>
          <a:endParaRPr lang="en-US"/>
        </a:p>
      </dgm:t>
    </dgm:pt>
    <dgm:pt modelId="{6F8F0449-E828-4E0E-A7E1-2A9A8ECE952C}" type="sibTrans" cxnId="{D6519BDD-1D25-4575-8B52-88DE75DEE6C7}">
      <dgm:prSet/>
      <dgm:spPr/>
      <dgm:t>
        <a:bodyPr/>
        <a:lstStyle/>
        <a:p>
          <a:endParaRPr lang="en-US"/>
        </a:p>
      </dgm:t>
    </dgm:pt>
    <dgm:pt modelId="{26A10898-8E38-4C63-88AA-33AD4B339FC3}">
      <dgm:prSet/>
      <dgm:spPr>
        <a:solidFill>
          <a:srgbClr val="61896E"/>
        </a:solidFill>
      </dgm:spPr>
      <dgm:t>
        <a:bodyPr/>
        <a:lstStyle/>
        <a:p>
          <a:r>
            <a:rPr lang="en-US"/>
            <a:t>Principal Scientist - Screening</a:t>
          </a:r>
        </a:p>
      </dgm:t>
    </dgm:pt>
    <dgm:pt modelId="{1B4A3C6C-2669-45A9-9056-035B87DEF86A}" type="parTrans" cxnId="{5DC583B4-1EDB-4B34-858E-B3CA3944D1BD}">
      <dgm:prSet/>
      <dgm:spPr/>
      <dgm:t>
        <a:bodyPr/>
        <a:lstStyle/>
        <a:p>
          <a:endParaRPr lang="en-US"/>
        </a:p>
      </dgm:t>
    </dgm:pt>
    <dgm:pt modelId="{569BCA22-2513-419E-8910-A0AFEE56A887}" type="sibTrans" cxnId="{5DC583B4-1EDB-4B34-858E-B3CA3944D1BD}">
      <dgm:prSet custT="1"/>
      <dgm:spPr/>
      <dgm:t>
        <a:bodyPr/>
        <a:lstStyle/>
        <a:p>
          <a:r>
            <a:rPr lang="en-US" sz="1000"/>
            <a:t>Austin Prater</a:t>
          </a:r>
        </a:p>
      </dgm:t>
    </dgm:pt>
    <dgm:pt modelId="{CD8C3C0A-569C-47DB-8C37-6F364E0FB1F0}">
      <dgm:prSet/>
      <dgm:spPr>
        <a:solidFill>
          <a:srgbClr val="61896E"/>
        </a:solidFill>
      </dgm:spPr>
      <dgm:t>
        <a:bodyPr/>
        <a:lstStyle/>
        <a:p>
          <a:r>
            <a:rPr lang="en-US">
              <a:highlight>
                <a:srgbClr val="61896E"/>
              </a:highlight>
            </a:rPr>
            <a:t>Quality Manager (Contract)</a:t>
          </a:r>
        </a:p>
      </dgm:t>
    </dgm:pt>
    <dgm:pt modelId="{39259E66-86FF-404D-8BD4-392FECB282B4}" type="parTrans" cxnId="{952556C7-D1A1-4D74-B6BE-FBD1AD4CC45A}">
      <dgm:prSet/>
      <dgm:spPr/>
      <dgm:t>
        <a:bodyPr/>
        <a:lstStyle/>
        <a:p>
          <a:endParaRPr lang="en-US"/>
        </a:p>
      </dgm:t>
    </dgm:pt>
    <dgm:pt modelId="{0ABA8209-5220-4A91-AB17-9188701D424A}" type="sibTrans" cxnId="{952556C7-D1A1-4D74-B6BE-FBD1AD4CC45A}">
      <dgm:prSet/>
      <dgm:spPr/>
      <dgm:t>
        <a:bodyPr/>
        <a:lstStyle/>
        <a:p>
          <a:r>
            <a:rPr lang="en-US"/>
            <a:t>Todd Buchheit</a:t>
          </a:r>
        </a:p>
      </dgm:t>
    </dgm:pt>
    <dgm:pt modelId="{10926F66-4C2B-4E32-93AE-4DBD5DAA4FD1}">
      <dgm:prSet/>
      <dgm:spPr>
        <a:solidFill>
          <a:srgbClr val="61896E"/>
        </a:solidFill>
      </dgm:spPr>
      <dgm:t>
        <a:bodyPr/>
        <a:lstStyle/>
        <a:p>
          <a:r>
            <a:rPr lang="en-US"/>
            <a:t>Medical Physics</a:t>
          </a:r>
        </a:p>
      </dgm:t>
    </dgm:pt>
    <dgm:pt modelId="{D0A4E5DF-EBCF-400B-854B-ACE27206DB02}" type="parTrans" cxnId="{C33E98A7-B7A2-42E8-92C9-6B6CF73817ED}">
      <dgm:prSet/>
      <dgm:spPr/>
      <dgm:t>
        <a:bodyPr/>
        <a:lstStyle/>
        <a:p>
          <a:endParaRPr lang="en-US"/>
        </a:p>
      </dgm:t>
    </dgm:pt>
    <dgm:pt modelId="{0912A570-045B-41E7-8E3A-8B593E3F464D}" type="sibTrans" cxnId="{C33E98A7-B7A2-42E8-92C9-6B6CF73817ED}">
      <dgm:prSet/>
      <dgm:spPr/>
      <dgm:t>
        <a:bodyPr/>
        <a:lstStyle/>
        <a:p>
          <a:endParaRPr lang="en-US"/>
        </a:p>
      </dgm:t>
    </dgm:pt>
    <dgm:pt modelId="{23FBFD10-0C6F-4E44-BE60-CA55F3E17825}">
      <dgm:prSet/>
      <dgm:spPr>
        <a:solidFill>
          <a:srgbClr val="61896E"/>
        </a:solidFill>
      </dgm:spPr>
      <dgm:t>
        <a:bodyPr/>
        <a:lstStyle/>
        <a:p>
          <a:r>
            <a:rPr lang="en-US"/>
            <a:t>Facilities </a:t>
          </a:r>
        </a:p>
        <a:p>
          <a:r>
            <a:rPr lang="en-US"/>
            <a:t>Engineer</a:t>
          </a:r>
        </a:p>
      </dgm:t>
    </dgm:pt>
    <dgm:pt modelId="{EFB385FF-53B3-4B39-954A-57BC22F2945D}" type="parTrans" cxnId="{9C2AC80B-E42F-4EF3-99CB-3CACA1108F09}">
      <dgm:prSet/>
      <dgm:spPr/>
      <dgm:t>
        <a:bodyPr/>
        <a:lstStyle/>
        <a:p>
          <a:endParaRPr lang="en-US"/>
        </a:p>
      </dgm:t>
    </dgm:pt>
    <dgm:pt modelId="{094CD4CF-A938-45D2-9EF8-9B9C8341ECCA}" type="sibTrans" cxnId="{9C2AC80B-E42F-4EF3-99CB-3CACA1108F09}">
      <dgm:prSet/>
      <dgm:spPr/>
      <dgm:t>
        <a:bodyPr/>
        <a:lstStyle/>
        <a:p>
          <a:endParaRPr lang="en-US"/>
        </a:p>
      </dgm:t>
    </dgm:pt>
    <dgm:pt modelId="{DDA4BEF9-A145-43FA-AD84-06E1A132338F}">
      <dgm:prSet custT="1"/>
      <dgm:spPr>
        <a:solidFill>
          <a:srgbClr val="61896E"/>
        </a:solidFill>
      </dgm:spPr>
      <dgm:t>
        <a:bodyPr/>
        <a:lstStyle/>
        <a:p>
          <a:r>
            <a:rPr lang="en-GB" sz="800"/>
            <a:t>Research IT</a:t>
          </a:r>
        </a:p>
      </dgm:t>
    </dgm:pt>
    <dgm:pt modelId="{5508C3A9-D713-43C2-B20C-45B06C0082C9}" type="parTrans" cxnId="{74E2E065-7649-4D12-9EAE-6C77471A7628}">
      <dgm:prSet/>
      <dgm:spPr/>
      <dgm:t>
        <a:bodyPr/>
        <a:lstStyle/>
        <a:p>
          <a:endParaRPr lang="en-US"/>
        </a:p>
      </dgm:t>
    </dgm:pt>
    <dgm:pt modelId="{152BD4D9-6C80-4FF3-BFFC-2DC5EFFB884E}" type="sibTrans" cxnId="{74E2E065-7649-4D12-9EAE-6C77471A7628}">
      <dgm:prSet/>
      <dgm:spPr/>
      <dgm:t>
        <a:bodyPr/>
        <a:lstStyle/>
        <a:p>
          <a:endParaRPr lang="en-US"/>
        </a:p>
      </dgm:t>
    </dgm:pt>
    <dgm:pt modelId="{35290512-F18A-47CF-B918-2D2DE037D5A9}">
      <dgm:prSet custT="1"/>
      <dgm:spPr>
        <a:solidFill>
          <a:srgbClr val="61896E"/>
        </a:solidFill>
      </dgm:spPr>
      <dgm:t>
        <a:bodyPr/>
        <a:lstStyle/>
        <a:p>
          <a:r>
            <a:rPr lang="en-GB" sz="800"/>
            <a:t>Biologist</a:t>
          </a:r>
        </a:p>
      </dgm:t>
    </dgm:pt>
    <dgm:pt modelId="{1F36471F-4E93-4B5D-94B9-C90D58B39A37}" type="sibTrans" cxnId="{769977F2-CA87-4B25-810D-CDE8FA7E5361}">
      <dgm:prSet custT="1"/>
      <dgm:spPr/>
      <dgm:t>
        <a:bodyPr/>
        <a:lstStyle/>
        <a:p>
          <a:endParaRPr lang="en-GB" sz="800"/>
        </a:p>
      </dgm:t>
    </dgm:pt>
    <dgm:pt modelId="{B199E84B-1AEA-4485-9B0B-DF0125835FF7}" type="parTrans" cxnId="{769977F2-CA87-4B25-810D-CDE8FA7E5361}">
      <dgm:prSet/>
      <dgm:spPr/>
      <dgm:t>
        <a:bodyPr/>
        <a:lstStyle/>
        <a:p>
          <a:endParaRPr lang="en-GB" sz="800"/>
        </a:p>
      </dgm:t>
    </dgm:pt>
    <dgm:pt modelId="{00047C46-B07F-46C0-81AA-B41688F01E4A}">
      <dgm:prSet custT="1"/>
      <dgm:spPr>
        <a:solidFill>
          <a:srgbClr val="61896E"/>
        </a:solidFill>
      </dgm:spPr>
      <dgm:t>
        <a:bodyPr/>
        <a:lstStyle/>
        <a:p>
          <a:r>
            <a:rPr lang="en-GB" sz="800"/>
            <a:t>Biologist</a:t>
          </a:r>
        </a:p>
      </dgm:t>
    </dgm:pt>
    <dgm:pt modelId="{29E00B6F-A451-40D2-9FB8-1C6237CD1E8F}" type="sibTrans" cxnId="{2B8842C0-AECC-4FE9-92B4-3CB81F6D3EAA}">
      <dgm:prSet custT="1"/>
      <dgm:spPr/>
      <dgm:t>
        <a:bodyPr/>
        <a:lstStyle/>
        <a:p>
          <a:endParaRPr lang="en-GB" sz="800"/>
        </a:p>
      </dgm:t>
    </dgm:pt>
    <dgm:pt modelId="{CF4F163D-B451-4E02-9C0B-269E6340ECB6}" type="parTrans" cxnId="{2B8842C0-AECC-4FE9-92B4-3CB81F6D3EAA}">
      <dgm:prSet/>
      <dgm:spPr/>
      <dgm:t>
        <a:bodyPr/>
        <a:lstStyle/>
        <a:p>
          <a:endParaRPr lang="en-GB" sz="800"/>
        </a:p>
      </dgm:t>
    </dgm:pt>
    <dgm:pt modelId="{ECAB0F16-4442-4E64-A063-C495A68F8265}">
      <dgm:prSet/>
      <dgm:spPr>
        <a:solidFill>
          <a:srgbClr val="61896E"/>
        </a:solidFill>
      </dgm:spPr>
      <dgm:t>
        <a:bodyPr/>
        <a:lstStyle/>
        <a:p>
          <a:r>
            <a:rPr lang="en-US"/>
            <a:t>Mass Spec Chemist</a:t>
          </a:r>
        </a:p>
      </dgm:t>
    </dgm:pt>
    <dgm:pt modelId="{ED7DC321-AF36-473E-98E3-46BA658EE9BC}" type="parTrans" cxnId="{BFF72837-C195-465D-9607-A6FC4D95B789}">
      <dgm:prSet/>
      <dgm:spPr/>
      <dgm:t>
        <a:bodyPr/>
        <a:lstStyle/>
        <a:p>
          <a:endParaRPr lang="en-US"/>
        </a:p>
      </dgm:t>
    </dgm:pt>
    <dgm:pt modelId="{69DCFC39-9B14-4401-96C0-D34FC1D3B9AD}" type="sibTrans" cxnId="{BFF72837-C195-465D-9607-A6FC4D95B789}">
      <dgm:prSet/>
      <dgm:spPr/>
      <dgm:t>
        <a:bodyPr/>
        <a:lstStyle/>
        <a:p>
          <a:endParaRPr lang="en-US"/>
        </a:p>
      </dgm:t>
    </dgm:pt>
    <dgm:pt modelId="{198FD393-29B0-4203-AB4C-5CC991AF008E}">
      <dgm:prSet/>
      <dgm:spPr>
        <a:solidFill>
          <a:srgbClr val="61896E"/>
        </a:solidFill>
      </dgm:spPr>
      <dgm:t>
        <a:bodyPr/>
        <a:lstStyle/>
        <a:p>
          <a:r>
            <a:rPr lang="en-US"/>
            <a:t>Linker/Payload Chemist</a:t>
          </a:r>
        </a:p>
      </dgm:t>
    </dgm:pt>
    <dgm:pt modelId="{ECB9CB01-BD52-4BF1-BCDA-E15A6BDC931B}" type="parTrans" cxnId="{AF16EC18-2DE0-46A5-9709-18C2CCA80EB1}">
      <dgm:prSet/>
      <dgm:spPr/>
      <dgm:t>
        <a:bodyPr/>
        <a:lstStyle/>
        <a:p>
          <a:endParaRPr lang="en-US"/>
        </a:p>
      </dgm:t>
    </dgm:pt>
    <dgm:pt modelId="{6244FC6E-8D6B-4FCD-96B6-E62DF280E943}" type="sibTrans" cxnId="{AF16EC18-2DE0-46A5-9709-18C2CCA80EB1}">
      <dgm:prSet/>
      <dgm:spPr/>
      <dgm:t>
        <a:bodyPr/>
        <a:lstStyle/>
        <a:p>
          <a:endParaRPr lang="en-US"/>
        </a:p>
      </dgm:t>
    </dgm:pt>
    <dgm:pt modelId="{3001156F-B6E3-4E28-AC11-040E331AFB9E}">
      <dgm:prSet custT="1"/>
      <dgm:spPr>
        <a:solidFill>
          <a:srgbClr val="61896E"/>
        </a:solidFill>
      </dgm:spPr>
      <dgm:t>
        <a:bodyPr/>
        <a:lstStyle/>
        <a:p>
          <a:r>
            <a:rPr lang="en-GB" sz="800"/>
            <a:t>Imaging Scientist</a:t>
          </a:r>
        </a:p>
      </dgm:t>
    </dgm:pt>
    <dgm:pt modelId="{C0A783E5-F263-4C0F-8FF0-0B855A6E78E3}" type="parTrans" cxnId="{3C17E4F1-6388-461E-9AED-6433B5DF1BC4}">
      <dgm:prSet/>
      <dgm:spPr/>
      <dgm:t>
        <a:bodyPr/>
        <a:lstStyle/>
        <a:p>
          <a:endParaRPr lang="en-US"/>
        </a:p>
      </dgm:t>
    </dgm:pt>
    <dgm:pt modelId="{75C65239-DE6E-42D6-B100-46C561F71F00}" type="sibTrans" cxnId="{3C17E4F1-6388-461E-9AED-6433B5DF1BC4}">
      <dgm:prSet/>
      <dgm:spPr/>
      <dgm:t>
        <a:bodyPr/>
        <a:lstStyle/>
        <a:p>
          <a:endParaRPr lang="en-US"/>
        </a:p>
      </dgm:t>
    </dgm:pt>
    <dgm:pt modelId="{45A73CA1-C3EE-4A83-B983-D254912EC18E}" type="pres">
      <dgm:prSet presAssocID="{81D6AD84-34D8-4D36-9A1D-6A5EFDF3B30E}" presName="hierChild1" presStyleCnt="0">
        <dgm:presLayoutVars>
          <dgm:orgChart val="1"/>
          <dgm:chPref val="1"/>
          <dgm:dir/>
          <dgm:animOne val="branch"/>
          <dgm:animLvl val="lvl"/>
          <dgm:resizeHandles/>
        </dgm:presLayoutVars>
      </dgm:prSet>
      <dgm:spPr/>
    </dgm:pt>
    <dgm:pt modelId="{14CB07F0-1947-4A68-A8AF-F712B212831B}" type="pres">
      <dgm:prSet presAssocID="{0717C847-3E77-48D6-B2EC-A34FDF2E43DF}" presName="hierRoot1" presStyleCnt="0">
        <dgm:presLayoutVars>
          <dgm:hierBranch val="init"/>
        </dgm:presLayoutVars>
      </dgm:prSet>
      <dgm:spPr/>
    </dgm:pt>
    <dgm:pt modelId="{125D93DC-C8D9-4062-AD56-42FC7D16E1A8}" type="pres">
      <dgm:prSet presAssocID="{0717C847-3E77-48D6-B2EC-A34FDF2E43DF}" presName="rootComposite1" presStyleCnt="0"/>
      <dgm:spPr/>
    </dgm:pt>
    <dgm:pt modelId="{A8564275-2598-421B-A0F6-07CB807724C4}" type="pres">
      <dgm:prSet presAssocID="{0717C847-3E77-48D6-B2EC-A34FDF2E43DF}" presName="rootText1" presStyleLbl="node0" presStyleIdx="0" presStyleCnt="1">
        <dgm:presLayoutVars>
          <dgm:chMax/>
          <dgm:chPref val="3"/>
        </dgm:presLayoutVars>
      </dgm:prSet>
      <dgm:spPr/>
    </dgm:pt>
    <dgm:pt modelId="{152C1EBE-C8D6-4A1F-A8E2-94B32C669126}" type="pres">
      <dgm:prSet presAssocID="{0717C847-3E77-48D6-B2EC-A34FDF2E43DF}" presName="titleText1" presStyleLbl="fgAcc0" presStyleIdx="0" presStyleCnt="1">
        <dgm:presLayoutVars>
          <dgm:chMax val="0"/>
          <dgm:chPref val="0"/>
        </dgm:presLayoutVars>
      </dgm:prSet>
      <dgm:spPr/>
    </dgm:pt>
    <dgm:pt modelId="{08B34F8F-16D7-4CE2-A4E4-C78D6CF5E3AE}" type="pres">
      <dgm:prSet presAssocID="{0717C847-3E77-48D6-B2EC-A34FDF2E43DF}" presName="rootConnector1" presStyleLbl="node1" presStyleIdx="0" presStyleCnt="33"/>
      <dgm:spPr/>
    </dgm:pt>
    <dgm:pt modelId="{E18D98ED-F8EE-4248-8CBB-788A33B1537F}" type="pres">
      <dgm:prSet presAssocID="{0717C847-3E77-48D6-B2EC-A34FDF2E43DF}" presName="hierChild2" presStyleCnt="0"/>
      <dgm:spPr/>
    </dgm:pt>
    <dgm:pt modelId="{6A8F6CAB-CFA2-4A82-BE18-B52977A90048}" type="pres">
      <dgm:prSet presAssocID="{BB38609D-6EAF-4703-8A1A-77DED5F40FF3}" presName="Name37" presStyleLbl="parChTrans1D2" presStyleIdx="0" presStyleCnt="5"/>
      <dgm:spPr/>
    </dgm:pt>
    <dgm:pt modelId="{C702E840-A52F-4E92-AC5B-5BCDCA4CD104}" type="pres">
      <dgm:prSet presAssocID="{605A44B3-32F9-4471-8034-B80A8F70A47E}" presName="hierRoot2" presStyleCnt="0">
        <dgm:presLayoutVars>
          <dgm:hierBranch val="hang"/>
        </dgm:presLayoutVars>
      </dgm:prSet>
      <dgm:spPr/>
    </dgm:pt>
    <dgm:pt modelId="{85AE7B25-122C-4833-9AB5-56AE00BED724}" type="pres">
      <dgm:prSet presAssocID="{605A44B3-32F9-4471-8034-B80A8F70A47E}" presName="rootComposite" presStyleCnt="0"/>
      <dgm:spPr/>
    </dgm:pt>
    <dgm:pt modelId="{C9D40276-68D1-49D8-9533-9368DE54D9E5}" type="pres">
      <dgm:prSet presAssocID="{605A44B3-32F9-4471-8034-B80A8F70A47E}" presName="rootText" presStyleLbl="node1" presStyleIdx="0" presStyleCnt="33">
        <dgm:presLayoutVars>
          <dgm:chMax/>
          <dgm:chPref val="3"/>
        </dgm:presLayoutVars>
      </dgm:prSet>
      <dgm:spPr/>
    </dgm:pt>
    <dgm:pt modelId="{E65AC6C2-6C2D-43DD-876E-2723568977A9}" type="pres">
      <dgm:prSet presAssocID="{605A44B3-32F9-4471-8034-B80A8F70A47E}" presName="titleText2" presStyleLbl="fgAcc1" presStyleIdx="0" presStyleCnt="33">
        <dgm:presLayoutVars>
          <dgm:chMax val="0"/>
          <dgm:chPref val="0"/>
        </dgm:presLayoutVars>
      </dgm:prSet>
      <dgm:spPr/>
    </dgm:pt>
    <dgm:pt modelId="{5AA731A0-E368-44BB-ADD0-11217C0327F4}" type="pres">
      <dgm:prSet presAssocID="{605A44B3-32F9-4471-8034-B80A8F70A47E}" presName="rootConnector" presStyleLbl="node2" presStyleIdx="0" presStyleCnt="0"/>
      <dgm:spPr/>
    </dgm:pt>
    <dgm:pt modelId="{69FFC235-475E-4DA0-A8CF-ED791C992CEC}" type="pres">
      <dgm:prSet presAssocID="{605A44B3-32F9-4471-8034-B80A8F70A47E}" presName="hierChild4" presStyleCnt="0"/>
      <dgm:spPr/>
    </dgm:pt>
    <dgm:pt modelId="{CAC22D43-3D3B-4329-9535-EBE698823AC0}" type="pres">
      <dgm:prSet presAssocID="{67D183D5-237F-4C6B-96A1-212FD1E721A7}" presName="Name42" presStyleLbl="parChTrans1D3" presStyleIdx="0" presStyleCnt="15"/>
      <dgm:spPr/>
    </dgm:pt>
    <dgm:pt modelId="{0DAE79CE-C694-4BD1-B318-8F11D2873717}" type="pres">
      <dgm:prSet presAssocID="{3214CE0B-35D0-4B2B-B0AC-331DE7EEFC4F}" presName="hierRoot2" presStyleCnt="0">
        <dgm:presLayoutVars>
          <dgm:hierBranch val="init"/>
        </dgm:presLayoutVars>
      </dgm:prSet>
      <dgm:spPr/>
    </dgm:pt>
    <dgm:pt modelId="{DA705D25-0FB4-4C23-9E92-B96C41B182DB}" type="pres">
      <dgm:prSet presAssocID="{3214CE0B-35D0-4B2B-B0AC-331DE7EEFC4F}" presName="rootComposite" presStyleCnt="0"/>
      <dgm:spPr/>
    </dgm:pt>
    <dgm:pt modelId="{256F3121-7B3B-4061-A478-31A24CB8628C}" type="pres">
      <dgm:prSet presAssocID="{3214CE0B-35D0-4B2B-B0AC-331DE7EEFC4F}" presName="rootText" presStyleLbl="node1" presStyleIdx="1" presStyleCnt="33">
        <dgm:presLayoutVars>
          <dgm:chMax/>
          <dgm:chPref val="3"/>
        </dgm:presLayoutVars>
      </dgm:prSet>
      <dgm:spPr/>
    </dgm:pt>
    <dgm:pt modelId="{9D5E6150-79D5-4E51-A786-4A085F289F05}" type="pres">
      <dgm:prSet presAssocID="{3214CE0B-35D0-4B2B-B0AC-331DE7EEFC4F}" presName="titleText2" presStyleLbl="fgAcc1" presStyleIdx="1" presStyleCnt="33">
        <dgm:presLayoutVars>
          <dgm:chMax val="0"/>
          <dgm:chPref val="0"/>
        </dgm:presLayoutVars>
      </dgm:prSet>
      <dgm:spPr/>
    </dgm:pt>
    <dgm:pt modelId="{602EDC90-519B-4872-B272-58C22562736C}" type="pres">
      <dgm:prSet presAssocID="{3214CE0B-35D0-4B2B-B0AC-331DE7EEFC4F}" presName="rootConnector" presStyleLbl="node3" presStyleIdx="0" presStyleCnt="0"/>
      <dgm:spPr/>
    </dgm:pt>
    <dgm:pt modelId="{A846866D-2BF9-42F0-8F59-393BA14D18F9}" type="pres">
      <dgm:prSet presAssocID="{3214CE0B-35D0-4B2B-B0AC-331DE7EEFC4F}" presName="hierChild4" presStyleCnt="0"/>
      <dgm:spPr/>
    </dgm:pt>
    <dgm:pt modelId="{3D51043F-8C1B-4776-91F5-56D7342E1BBF}" type="pres">
      <dgm:prSet presAssocID="{3214CE0B-35D0-4B2B-B0AC-331DE7EEFC4F}" presName="hierChild5" presStyleCnt="0"/>
      <dgm:spPr/>
    </dgm:pt>
    <dgm:pt modelId="{BA1C2FB4-946B-463A-9F79-C0B24C436A79}" type="pres">
      <dgm:prSet presAssocID="{ACD94B9E-B926-43BF-B2BE-890CF3E1DEFF}" presName="Name42" presStyleLbl="parChTrans1D3" presStyleIdx="1" presStyleCnt="15"/>
      <dgm:spPr/>
    </dgm:pt>
    <dgm:pt modelId="{64DEEFE6-7628-4552-AAC3-BF570A1AF3D3}" type="pres">
      <dgm:prSet presAssocID="{024523B0-DB3D-4F04-B31F-5D00D571CEB8}" presName="hierRoot2" presStyleCnt="0">
        <dgm:presLayoutVars>
          <dgm:hierBranch val="init"/>
        </dgm:presLayoutVars>
      </dgm:prSet>
      <dgm:spPr/>
    </dgm:pt>
    <dgm:pt modelId="{161AD005-2B41-425D-84A7-4D99611A0D4A}" type="pres">
      <dgm:prSet presAssocID="{024523B0-DB3D-4F04-B31F-5D00D571CEB8}" presName="rootComposite" presStyleCnt="0"/>
      <dgm:spPr/>
    </dgm:pt>
    <dgm:pt modelId="{5FCBB0CE-38CE-47BE-A64A-6D453C6BE728}" type="pres">
      <dgm:prSet presAssocID="{024523B0-DB3D-4F04-B31F-5D00D571CEB8}" presName="rootText" presStyleLbl="node1" presStyleIdx="2" presStyleCnt="33">
        <dgm:presLayoutVars>
          <dgm:chMax/>
          <dgm:chPref val="3"/>
        </dgm:presLayoutVars>
      </dgm:prSet>
      <dgm:spPr/>
    </dgm:pt>
    <dgm:pt modelId="{6B9A24D1-C5D7-4605-A958-E487E51DF460}" type="pres">
      <dgm:prSet presAssocID="{024523B0-DB3D-4F04-B31F-5D00D571CEB8}" presName="titleText2" presStyleLbl="fgAcc1" presStyleIdx="2" presStyleCnt="33" custScaleX="111040" custScaleY="97338">
        <dgm:presLayoutVars>
          <dgm:chMax val="0"/>
          <dgm:chPref val="0"/>
        </dgm:presLayoutVars>
      </dgm:prSet>
      <dgm:spPr/>
    </dgm:pt>
    <dgm:pt modelId="{D73DD546-826C-43C9-93A1-DDD4D3D20D0A}" type="pres">
      <dgm:prSet presAssocID="{024523B0-DB3D-4F04-B31F-5D00D571CEB8}" presName="rootConnector" presStyleLbl="node3" presStyleIdx="0" presStyleCnt="0"/>
      <dgm:spPr/>
    </dgm:pt>
    <dgm:pt modelId="{57F9EF11-7680-46DC-96BF-1B9BC62FE06F}" type="pres">
      <dgm:prSet presAssocID="{024523B0-DB3D-4F04-B31F-5D00D571CEB8}" presName="hierChild4" presStyleCnt="0"/>
      <dgm:spPr/>
    </dgm:pt>
    <dgm:pt modelId="{C4FE080A-A1E4-4D7D-A6C6-27C24F1388D4}" type="pres">
      <dgm:prSet presAssocID="{024523B0-DB3D-4F04-B31F-5D00D571CEB8}" presName="hierChild5" presStyleCnt="0"/>
      <dgm:spPr/>
    </dgm:pt>
    <dgm:pt modelId="{13900296-3332-44AC-9649-B95ECB37D5A3}" type="pres">
      <dgm:prSet presAssocID="{AEFFBD63-0FEA-4AEC-9BED-A052BBAEADD8}" presName="Name42" presStyleLbl="parChTrans1D3" presStyleIdx="2" presStyleCnt="15"/>
      <dgm:spPr/>
    </dgm:pt>
    <dgm:pt modelId="{2B6E1B8B-80C6-4BE0-B618-D13983EF9092}" type="pres">
      <dgm:prSet presAssocID="{B607CA87-1D6C-4AA9-BE44-FA15320835CB}" presName="hierRoot2" presStyleCnt="0">
        <dgm:presLayoutVars>
          <dgm:hierBranch val="r"/>
        </dgm:presLayoutVars>
      </dgm:prSet>
      <dgm:spPr/>
    </dgm:pt>
    <dgm:pt modelId="{D3193BB6-1760-48C7-9007-2ED8C3F5DED4}" type="pres">
      <dgm:prSet presAssocID="{B607CA87-1D6C-4AA9-BE44-FA15320835CB}" presName="rootComposite" presStyleCnt="0"/>
      <dgm:spPr/>
    </dgm:pt>
    <dgm:pt modelId="{55E34786-810C-49F1-964B-CF22237B0495}" type="pres">
      <dgm:prSet presAssocID="{B607CA87-1D6C-4AA9-BE44-FA15320835CB}" presName="rootText" presStyleLbl="node1" presStyleIdx="3" presStyleCnt="33">
        <dgm:presLayoutVars>
          <dgm:chMax/>
          <dgm:chPref val="3"/>
        </dgm:presLayoutVars>
      </dgm:prSet>
      <dgm:spPr/>
    </dgm:pt>
    <dgm:pt modelId="{3ABDFA6B-72F3-4F10-888B-EA2CA464F0C4}" type="pres">
      <dgm:prSet presAssocID="{B607CA87-1D6C-4AA9-BE44-FA15320835CB}" presName="titleText2" presStyleLbl="fgAcc1" presStyleIdx="3" presStyleCnt="33">
        <dgm:presLayoutVars>
          <dgm:chMax val="0"/>
          <dgm:chPref val="0"/>
        </dgm:presLayoutVars>
      </dgm:prSet>
      <dgm:spPr/>
    </dgm:pt>
    <dgm:pt modelId="{70F21144-06D9-4DC0-AF02-4C31B07C6B7C}" type="pres">
      <dgm:prSet presAssocID="{B607CA87-1D6C-4AA9-BE44-FA15320835CB}" presName="rootConnector" presStyleLbl="node3" presStyleIdx="0" presStyleCnt="0"/>
      <dgm:spPr/>
    </dgm:pt>
    <dgm:pt modelId="{3BEB668B-FBF1-4ED8-9CC2-B4E653A96617}" type="pres">
      <dgm:prSet presAssocID="{B607CA87-1D6C-4AA9-BE44-FA15320835CB}" presName="hierChild4" presStyleCnt="0"/>
      <dgm:spPr/>
    </dgm:pt>
    <dgm:pt modelId="{6F9337A2-95DF-4C80-8D07-E697FE0736AF}" type="pres">
      <dgm:prSet presAssocID="{0106154A-856F-476E-9010-A91974A22322}" presName="Name44" presStyleLbl="parChTrans1D4" presStyleIdx="0" presStyleCnt="14"/>
      <dgm:spPr/>
    </dgm:pt>
    <dgm:pt modelId="{55DA669B-511E-4F61-9A91-A0556D17DBDB}" type="pres">
      <dgm:prSet presAssocID="{19EF73E7-74E5-48FC-A921-95D472AB81F1}" presName="hierRoot2" presStyleCnt="0">
        <dgm:presLayoutVars>
          <dgm:hierBranch val="init"/>
        </dgm:presLayoutVars>
      </dgm:prSet>
      <dgm:spPr/>
    </dgm:pt>
    <dgm:pt modelId="{5594CDF9-B1B0-4CA3-B2C5-56C0B5D48416}" type="pres">
      <dgm:prSet presAssocID="{19EF73E7-74E5-48FC-A921-95D472AB81F1}" presName="rootComposite" presStyleCnt="0"/>
      <dgm:spPr/>
    </dgm:pt>
    <dgm:pt modelId="{178B3DED-2D19-4FC0-8E86-2849FD8E6FF1}" type="pres">
      <dgm:prSet presAssocID="{19EF73E7-74E5-48FC-A921-95D472AB81F1}" presName="rootText" presStyleLbl="node1" presStyleIdx="4" presStyleCnt="33">
        <dgm:presLayoutVars>
          <dgm:chMax/>
          <dgm:chPref val="3"/>
        </dgm:presLayoutVars>
      </dgm:prSet>
      <dgm:spPr/>
    </dgm:pt>
    <dgm:pt modelId="{3A42FC14-DD59-42F4-A730-EA6134D33D56}" type="pres">
      <dgm:prSet presAssocID="{19EF73E7-74E5-48FC-A921-95D472AB81F1}" presName="titleText2" presStyleLbl="fgAcc1" presStyleIdx="4" presStyleCnt="33">
        <dgm:presLayoutVars>
          <dgm:chMax val="0"/>
          <dgm:chPref val="0"/>
        </dgm:presLayoutVars>
      </dgm:prSet>
      <dgm:spPr/>
    </dgm:pt>
    <dgm:pt modelId="{E33456FF-1D16-4C67-BBAE-F0DD62259CC6}" type="pres">
      <dgm:prSet presAssocID="{19EF73E7-74E5-48FC-A921-95D472AB81F1}" presName="rootConnector" presStyleLbl="node4" presStyleIdx="0" presStyleCnt="0"/>
      <dgm:spPr/>
    </dgm:pt>
    <dgm:pt modelId="{F09E207F-C142-4F17-9767-EC743E498E7D}" type="pres">
      <dgm:prSet presAssocID="{19EF73E7-74E5-48FC-A921-95D472AB81F1}" presName="hierChild4" presStyleCnt="0"/>
      <dgm:spPr/>
    </dgm:pt>
    <dgm:pt modelId="{799922BE-7B10-4D06-83AD-6A393DAFB1F9}" type="pres">
      <dgm:prSet presAssocID="{19EF73E7-74E5-48FC-A921-95D472AB81F1}" presName="hierChild5" presStyleCnt="0"/>
      <dgm:spPr/>
    </dgm:pt>
    <dgm:pt modelId="{65451F71-EE9B-4BA5-9454-E64A79BC5AF3}" type="pres">
      <dgm:prSet presAssocID="{B607CA87-1D6C-4AA9-BE44-FA15320835CB}" presName="hierChild5" presStyleCnt="0"/>
      <dgm:spPr/>
    </dgm:pt>
    <dgm:pt modelId="{CCBCF2A1-9D58-4651-8F4E-12A32723DC0D}" type="pres">
      <dgm:prSet presAssocID="{16DEC7EA-7B9D-4F77-ADA6-3E884F95B774}" presName="Name42" presStyleLbl="parChTrans1D3" presStyleIdx="3" presStyleCnt="15"/>
      <dgm:spPr/>
    </dgm:pt>
    <dgm:pt modelId="{E940D9CB-E72E-44C8-B3E9-33F44968D4FD}" type="pres">
      <dgm:prSet presAssocID="{C14316F2-BC6F-435B-A25C-F8927F85C198}" presName="hierRoot2" presStyleCnt="0">
        <dgm:presLayoutVars>
          <dgm:hierBranch val="init"/>
        </dgm:presLayoutVars>
      </dgm:prSet>
      <dgm:spPr/>
    </dgm:pt>
    <dgm:pt modelId="{FF50EAF0-1F92-490A-B568-656A5BCB160F}" type="pres">
      <dgm:prSet presAssocID="{C14316F2-BC6F-435B-A25C-F8927F85C198}" presName="rootComposite" presStyleCnt="0"/>
      <dgm:spPr/>
    </dgm:pt>
    <dgm:pt modelId="{B4642167-68CB-43DB-9D07-9462D15867BA}" type="pres">
      <dgm:prSet presAssocID="{C14316F2-BC6F-435B-A25C-F8927F85C198}" presName="rootText" presStyleLbl="node1" presStyleIdx="5" presStyleCnt="33">
        <dgm:presLayoutVars>
          <dgm:chMax/>
          <dgm:chPref val="3"/>
        </dgm:presLayoutVars>
      </dgm:prSet>
      <dgm:spPr/>
    </dgm:pt>
    <dgm:pt modelId="{1F4C9163-B03A-412C-A4A3-109E6C883D9C}" type="pres">
      <dgm:prSet presAssocID="{C14316F2-BC6F-435B-A25C-F8927F85C198}" presName="titleText2" presStyleLbl="fgAcc1" presStyleIdx="5" presStyleCnt="33">
        <dgm:presLayoutVars>
          <dgm:chMax val="0"/>
          <dgm:chPref val="0"/>
        </dgm:presLayoutVars>
      </dgm:prSet>
      <dgm:spPr/>
    </dgm:pt>
    <dgm:pt modelId="{65640C1C-815D-40F3-85BB-FAE6FCDA9EB0}" type="pres">
      <dgm:prSet presAssocID="{C14316F2-BC6F-435B-A25C-F8927F85C198}" presName="rootConnector" presStyleLbl="node3" presStyleIdx="0" presStyleCnt="0"/>
      <dgm:spPr/>
    </dgm:pt>
    <dgm:pt modelId="{DAFA237B-9114-49F0-8FD1-F1362E385330}" type="pres">
      <dgm:prSet presAssocID="{C14316F2-BC6F-435B-A25C-F8927F85C198}" presName="hierChild4" presStyleCnt="0"/>
      <dgm:spPr/>
    </dgm:pt>
    <dgm:pt modelId="{D99675E0-3229-4FAA-B4CC-86378A142268}" type="pres">
      <dgm:prSet presAssocID="{5508C3A9-D713-43C2-B20C-45B06C0082C9}" presName="Name37" presStyleLbl="parChTrans1D4" presStyleIdx="1" presStyleCnt="14"/>
      <dgm:spPr/>
    </dgm:pt>
    <dgm:pt modelId="{A1FEC47F-55BE-4652-B8D4-72ECF12ADD09}" type="pres">
      <dgm:prSet presAssocID="{DDA4BEF9-A145-43FA-AD84-06E1A132338F}" presName="hierRoot2" presStyleCnt="0">
        <dgm:presLayoutVars>
          <dgm:hierBranch val="init"/>
        </dgm:presLayoutVars>
      </dgm:prSet>
      <dgm:spPr/>
    </dgm:pt>
    <dgm:pt modelId="{1B777822-4E52-491F-B4BE-70DD6B7AA818}" type="pres">
      <dgm:prSet presAssocID="{DDA4BEF9-A145-43FA-AD84-06E1A132338F}" presName="rootComposite" presStyleCnt="0"/>
      <dgm:spPr/>
    </dgm:pt>
    <dgm:pt modelId="{27892619-8919-4962-A471-F880A130CA03}" type="pres">
      <dgm:prSet presAssocID="{DDA4BEF9-A145-43FA-AD84-06E1A132338F}" presName="rootText" presStyleLbl="node1" presStyleIdx="6" presStyleCnt="33">
        <dgm:presLayoutVars>
          <dgm:chMax/>
          <dgm:chPref val="3"/>
        </dgm:presLayoutVars>
      </dgm:prSet>
      <dgm:spPr/>
    </dgm:pt>
    <dgm:pt modelId="{EA79137E-4FC8-4002-BF7E-FD0A10C8B0FA}" type="pres">
      <dgm:prSet presAssocID="{DDA4BEF9-A145-43FA-AD84-06E1A132338F}" presName="titleText2" presStyleLbl="fgAcc1" presStyleIdx="6" presStyleCnt="33">
        <dgm:presLayoutVars>
          <dgm:chMax val="0"/>
          <dgm:chPref val="0"/>
        </dgm:presLayoutVars>
      </dgm:prSet>
      <dgm:spPr/>
    </dgm:pt>
    <dgm:pt modelId="{A34A52C9-6012-4DEA-A269-ADBF4B9A7E87}" type="pres">
      <dgm:prSet presAssocID="{DDA4BEF9-A145-43FA-AD84-06E1A132338F}" presName="rootConnector" presStyleLbl="node4" presStyleIdx="0" presStyleCnt="0"/>
      <dgm:spPr/>
    </dgm:pt>
    <dgm:pt modelId="{7507CDEE-9EF3-46C8-9486-FB4C18925DCC}" type="pres">
      <dgm:prSet presAssocID="{DDA4BEF9-A145-43FA-AD84-06E1A132338F}" presName="hierChild4" presStyleCnt="0"/>
      <dgm:spPr/>
    </dgm:pt>
    <dgm:pt modelId="{A8FB3A22-868F-4AC5-816A-9E894C7E6401}" type="pres">
      <dgm:prSet presAssocID="{DDA4BEF9-A145-43FA-AD84-06E1A132338F}" presName="hierChild5" presStyleCnt="0"/>
      <dgm:spPr/>
    </dgm:pt>
    <dgm:pt modelId="{6F4981AD-B28F-4796-9C49-E50E79AC3D11}" type="pres">
      <dgm:prSet presAssocID="{C14316F2-BC6F-435B-A25C-F8927F85C198}" presName="hierChild5" presStyleCnt="0"/>
      <dgm:spPr/>
    </dgm:pt>
    <dgm:pt modelId="{2D66C008-556C-4DD2-9FFD-3B1690795FEC}" type="pres">
      <dgm:prSet presAssocID="{EFB385FF-53B3-4B39-954A-57BC22F2945D}" presName="Name42" presStyleLbl="parChTrans1D3" presStyleIdx="4" presStyleCnt="15"/>
      <dgm:spPr/>
    </dgm:pt>
    <dgm:pt modelId="{2EE3E211-1514-42F8-B1AA-ED4C9935BF51}" type="pres">
      <dgm:prSet presAssocID="{23FBFD10-0C6F-4E44-BE60-CA55F3E17825}" presName="hierRoot2" presStyleCnt="0">
        <dgm:presLayoutVars>
          <dgm:hierBranch val="init"/>
        </dgm:presLayoutVars>
      </dgm:prSet>
      <dgm:spPr/>
    </dgm:pt>
    <dgm:pt modelId="{9A1DB776-C7D9-4468-B24A-720320267539}" type="pres">
      <dgm:prSet presAssocID="{23FBFD10-0C6F-4E44-BE60-CA55F3E17825}" presName="rootComposite" presStyleCnt="0"/>
      <dgm:spPr/>
    </dgm:pt>
    <dgm:pt modelId="{66E80EF2-0AF3-4441-AC74-E964FF0BB2E6}" type="pres">
      <dgm:prSet presAssocID="{23FBFD10-0C6F-4E44-BE60-CA55F3E17825}" presName="rootText" presStyleLbl="node1" presStyleIdx="7" presStyleCnt="33">
        <dgm:presLayoutVars>
          <dgm:chMax/>
          <dgm:chPref val="3"/>
        </dgm:presLayoutVars>
      </dgm:prSet>
      <dgm:spPr/>
    </dgm:pt>
    <dgm:pt modelId="{643804CE-6D87-4A4F-84FD-7CAE22CE3754}" type="pres">
      <dgm:prSet presAssocID="{23FBFD10-0C6F-4E44-BE60-CA55F3E17825}" presName="titleText2" presStyleLbl="fgAcc1" presStyleIdx="7" presStyleCnt="33">
        <dgm:presLayoutVars>
          <dgm:chMax val="0"/>
          <dgm:chPref val="0"/>
        </dgm:presLayoutVars>
      </dgm:prSet>
      <dgm:spPr/>
    </dgm:pt>
    <dgm:pt modelId="{66CE3280-A680-4C0F-8FDE-2F23460044F6}" type="pres">
      <dgm:prSet presAssocID="{23FBFD10-0C6F-4E44-BE60-CA55F3E17825}" presName="rootConnector" presStyleLbl="node3" presStyleIdx="0" presStyleCnt="0"/>
      <dgm:spPr/>
    </dgm:pt>
    <dgm:pt modelId="{1EC768E5-594D-4476-A550-523D1A116517}" type="pres">
      <dgm:prSet presAssocID="{23FBFD10-0C6F-4E44-BE60-CA55F3E17825}" presName="hierChild4" presStyleCnt="0"/>
      <dgm:spPr/>
    </dgm:pt>
    <dgm:pt modelId="{576C6A03-B830-4D1A-BF7A-2F3B0C978F29}" type="pres">
      <dgm:prSet presAssocID="{23FBFD10-0C6F-4E44-BE60-CA55F3E17825}" presName="hierChild5" presStyleCnt="0"/>
      <dgm:spPr/>
    </dgm:pt>
    <dgm:pt modelId="{B9E4AF89-2031-4655-86AC-352370416A9E}" type="pres">
      <dgm:prSet presAssocID="{B875CD3F-559A-49CF-AC16-B02E6BA032EC}" presName="Name42" presStyleLbl="parChTrans1D3" presStyleIdx="5" presStyleCnt="15"/>
      <dgm:spPr/>
    </dgm:pt>
    <dgm:pt modelId="{F66262C1-98E5-4200-B033-6A538943BBAE}" type="pres">
      <dgm:prSet presAssocID="{B4277FCB-10EB-4B97-855B-42E6953BC8F2}" presName="hierRoot2" presStyleCnt="0">
        <dgm:presLayoutVars>
          <dgm:hierBranch val="init"/>
        </dgm:presLayoutVars>
      </dgm:prSet>
      <dgm:spPr/>
    </dgm:pt>
    <dgm:pt modelId="{C7851D2C-D584-4514-91D1-1480B3F55812}" type="pres">
      <dgm:prSet presAssocID="{B4277FCB-10EB-4B97-855B-42E6953BC8F2}" presName="rootComposite" presStyleCnt="0"/>
      <dgm:spPr/>
    </dgm:pt>
    <dgm:pt modelId="{E863BBC4-B9AA-4F8D-8572-819DE6800C2A}" type="pres">
      <dgm:prSet presAssocID="{B4277FCB-10EB-4B97-855B-42E6953BC8F2}" presName="rootText" presStyleLbl="node1" presStyleIdx="8" presStyleCnt="33">
        <dgm:presLayoutVars>
          <dgm:chMax/>
          <dgm:chPref val="3"/>
        </dgm:presLayoutVars>
      </dgm:prSet>
      <dgm:spPr/>
    </dgm:pt>
    <dgm:pt modelId="{02818061-BF60-43B0-A0FC-C5E759F4CBBE}" type="pres">
      <dgm:prSet presAssocID="{B4277FCB-10EB-4B97-855B-42E6953BC8F2}" presName="titleText2" presStyleLbl="fgAcc1" presStyleIdx="8" presStyleCnt="33" custScaleX="107192" custScaleY="90052">
        <dgm:presLayoutVars>
          <dgm:chMax val="0"/>
          <dgm:chPref val="0"/>
        </dgm:presLayoutVars>
      </dgm:prSet>
      <dgm:spPr/>
    </dgm:pt>
    <dgm:pt modelId="{E28ABD93-5DA3-41A7-A6AB-96F84C9ABE65}" type="pres">
      <dgm:prSet presAssocID="{B4277FCB-10EB-4B97-855B-42E6953BC8F2}" presName="rootConnector" presStyleLbl="node3" presStyleIdx="0" presStyleCnt="0"/>
      <dgm:spPr/>
    </dgm:pt>
    <dgm:pt modelId="{C093117A-1FE3-4A26-B3F2-8F742FFC0C04}" type="pres">
      <dgm:prSet presAssocID="{B4277FCB-10EB-4B97-855B-42E6953BC8F2}" presName="hierChild4" presStyleCnt="0"/>
      <dgm:spPr/>
    </dgm:pt>
    <dgm:pt modelId="{F7D1FE3F-B6BD-4D8F-ADF5-E58BDC0C8DBB}" type="pres">
      <dgm:prSet presAssocID="{B4277FCB-10EB-4B97-855B-42E6953BC8F2}" presName="hierChild5" presStyleCnt="0"/>
      <dgm:spPr/>
    </dgm:pt>
    <dgm:pt modelId="{55FA3A9F-F7FD-43C5-9F6B-B245B7E285AA}" type="pres">
      <dgm:prSet presAssocID="{431B5325-7CD9-43C8-A328-1CEDF5AA22DE}" presName="Name42" presStyleLbl="parChTrans1D3" presStyleIdx="6" presStyleCnt="15"/>
      <dgm:spPr/>
    </dgm:pt>
    <dgm:pt modelId="{7A06B02F-059D-4CCD-9225-D725495EC57A}" type="pres">
      <dgm:prSet presAssocID="{42DDFC05-3B9B-449E-9E3B-8C35F104DA2C}" presName="hierRoot2" presStyleCnt="0">
        <dgm:presLayoutVars>
          <dgm:hierBranch val="init"/>
        </dgm:presLayoutVars>
      </dgm:prSet>
      <dgm:spPr/>
    </dgm:pt>
    <dgm:pt modelId="{3DFEEAD1-144E-4F5B-A308-191395138BD4}" type="pres">
      <dgm:prSet presAssocID="{42DDFC05-3B9B-449E-9E3B-8C35F104DA2C}" presName="rootComposite" presStyleCnt="0"/>
      <dgm:spPr/>
    </dgm:pt>
    <dgm:pt modelId="{A79FF8D8-C381-4998-9F83-7A5881B6B540}" type="pres">
      <dgm:prSet presAssocID="{42DDFC05-3B9B-449E-9E3B-8C35F104DA2C}" presName="rootText" presStyleLbl="node1" presStyleIdx="9" presStyleCnt="33">
        <dgm:presLayoutVars>
          <dgm:chMax/>
          <dgm:chPref val="3"/>
        </dgm:presLayoutVars>
      </dgm:prSet>
      <dgm:spPr/>
    </dgm:pt>
    <dgm:pt modelId="{A51FC128-D316-4DA8-9F47-B4D239270936}" type="pres">
      <dgm:prSet presAssocID="{42DDFC05-3B9B-449E-9E3B-8C35F104DA2C}" presName="titleText2" presStyleLbl="fgAcc1" presStyleIdx="9" presStyleCnt="33" custLinFactNeighborX="-1284">
        <dgm:presLayoutVars>
          <dgm:chMax val="0"/>
          <dgm:chPref val="0"/>
        </dgm:presLayoutVars>
      </dgm:prSet>
      <dgm:spPr/>
    </dgm:pt>
    <dgm:pt modelId="{9016A5A1-177E-446E-A26C-B3DC84A562C8}" type="pres">
      <dgm:prSet presAssocID="{42DDFC05-3B9B-449E-9E3B-8C35F104DA2C}" presName="rootConnector" presStyleLbl="node3" presStyleIdx="0" presStyleCnt="0"/>
      <dgm:spPr/>
    </dgm:pt>
    <dgm:pt modelId="{4B1B6749-4385-4090-8246-D0EBF5759494}" type="pres">
      <dgm:prSet presAssocID="{42DDFC05-3B9B-449E-9E3B-8C35F104DA2C}" presName="hierChild4" presStyleCnt="0"/>
      <dgm:spPr/>
    </dgm:pt>
    <dgm:pt modelId="{0C43E9E4-1B88-4B9E-8D25-D2521E3FEDF5}" type="pres">
      <dgm:prSet presAssocID="{42DDFC05-3B9B-449E-9E3B-8C35F104DA2C}" presName="hierChild5" presStyleCnt="0"/>
      <dgm:spPr/>
    </dgm:pt>
    <dgm:pt modelId="{B9797CA3-79FE-4687-8156-7EE2827B6D0F}" type="pres">
      <dgm:prSet presAssocID="{FFB0567D-2446-4601-96E8-92E068DE16A0}" presName="Name42" presStyleLbl="parChTrans1D3" presStyleIdx="7" presStyleCnt="15"/>
      <dgm:spPr/>
    </dgm:pt>
    <dgm:pt modelId="{DA739742-779E-4EAF-B1A7-2F22FC1DF5FF}" type="pres">
      <dgm:prSet presAssocID="{476A8659-C546-4D11-ADB1-3EDCED787D81}" presName="hierRoot2" presStyleCnt="0">
        <dgm:presLayoutVars>
          <dgm:hierBranch val="init"/>
        </dgm:presLayoutVars>
      </dgm:prSet>
      <dgm:spPr/>
    </dgm:pt>
    <dgm:pt modelId="{5B449B5F-BEF1-49A1-8566-013EF4008582}" type="pres">
      <dgm:prSet presAssocID="{476A8659-C546-4D11-ADB1-3EDCED787D81}" presName="rootComposite" presStyleCnt="0"/>
      <dgm:spPr/>
    </dgm:pt>
    <dgm:pt modelId="{3EE12838-2DEB-4648-8033-C09C0BA87427}" type="pres">
      <dgm:prSet presAssocID="{476A8659-C546-4D11-ADB1-3EDCED787D81}" presName="rootText" presStyleLbl="node1" presStyleIdx="10" presStyleCnt="33">
        <dgm:presLayoutVars>
          <dgm:chMax/>
          <dgm:chPref val="3"/>
        </dgm:presLayoutVars>
      </dgm:prSet>
      <dgm:spPr/>
    </dgm:pt>
    <dgm:pt modelId="{6B53ADF1-C1AA-41DD-968E-B69F1B501BCE}" type="pres">
      <dgm:prSet presAssocID="{476A8659-C546-4D11-ADB1-3EDCED787D81}" presName="titleText2" presStyleLbl="fgAcc1" presStyleIdx="10" presStyleCnt="33">
        <dgm:presLayoutVars>
          <dgm:chMax val="0"/>
          <dgm:chPref val="0"/>
        </dgm:presLayoutVars>
      </dgm:prSet>
      <dgm:spPr/>
    </dgm:pt>
    <dgm:pt modelId="{C5AE80DC-E0F2-4063-8BFF-DC233912E8D7}" type="pres">
      <dgm:prSet presAssocID="{476A8659-C546-4D11-ADB1-3EDCED787D81}" presName="rootConnector" presStyleLbl="node3" presStyleIdx="0" presStyleCnt="0"/>
      <dgm:spPr/>
    </dgm:pt>
    <dgm:pt modelId="{10B83A45-19DF-4696-933D-B6613178F054}" type="pres">
      <dgm:prSet presAssocID="{476A8659-C546-4D11-ADB1-3EDCED787D81}" presName="hierChild4" presStyleCnt="0"/>
      <dgm:spPr/>
    </dgm:pt>
    <dgm:pt modelId="{7F1556F2-3DF9-4966-B328-2EBF504735A3}" type="pres">
      <dgm:prSet presAssocID="{476A8659-C546-4D11-ADB1-3EDCED787D81}" presName="hierChild5" presStyleCnt="0"/>
      <dgm:spPr/>
    </dgm:pt>
    <dgm:pt modelId="{6B4E688F-A2BC-409A-A635-A81140B6FC81}" type="pres">
      <dgm:prSet presAssocID="{605A44B3-32F9-4471-8034-B80A8F70A47E}" presName="hierChild5" presStyleCnt="0"/>
      <dgm:spPr/>
    </dgm:pt>
    <dgm:pt modelId="{A1533B81-115F-4E25-B860-EC574D7455BF}" type="pres">
      <dgm:prSet presAssocID="{8A6517C2-8775-4877-8F69-4FA60C3CFC12}" presName="Name37" presStyleLbl="parChTrans1D2" presStyleIdx="1" presStyleCnt="5"/>
      <dgm:spPr/>
    </dgm:pt>
    <dgm:pt modelId="{D5F3532D-C43B-4993-A534-65989176A4A7}" type="pres">
      <dgm:prSet presAssocID="{3FB30857-6113-4C65-A785-D58FE57B7D83}" presName="hierRoot2" presStyleCnt="0">
        <dgm:presLayoutVars>
          <dgm:hierBranch val="init"/>
        </dgm:presLayoutVars>
      </dgm:prSet>
      <dgm:spPr/>
    </dgm:pt>
    <dgm:pt modelId="{4C80638F-AAF7-478A-9833-AD68EEE32051}" type="pres">
      <dgm:prSet presAssocID="{3FB30857-6113-4C65-A785-D58FE57B7D83}" presName="rootComposite" presStyleCnt="0"/>
      <dgm:spPr/>
    </dgm:pt>
    <dgm:pt modelId="{1221A9FC-AF6B-4D1D-9C86-AFB9F6CA904D}" type="pres">
      <dgm:prSet presAssocID="{3FB30857-6113-4C65-A785-D58FE57B7D83}" presName="rootText" presStyleLbl="node1" presStyleIdx="11" presStyleCnt="33">
        <dgm:presLayoutVars>
          <dgm:chMax/>
          <dgm:chPref val="3"/>
        </dgm:presLayoutVars>
      </dgm:prSet>
      <dgm:spPr/>
    </dgm:pt>
    <dgm:pt modelId="{235F504D-4C55-4292-8A27-E9FA748E5822}" type="pres">
      <dgm:prSet presAssocID="{3FB30857-6113-4C65-A785-D58FE57B7D83}" presName="titleText2" presStyleLbl="fgAcc1" presStyleIdx="11" presStyleCnt="33">
        <dgm:presLayoutVars>
          <dgm:chMax val="0"/>
          <dgm:chPref val="0"/>
        </dgm:presLayoutVars>
      </dgm:prSet>
      <dgm:spPr/>
    </dgm:pt>
    <dgm:pt modelId="{36928129-CD2C-460B-8B9A-114A0C2DDB3C}" type="pres">
      <dgm:prSet presAssocID="{3FB30857-6113-4C65-A785-D58FE57B7D83}" presName="rootConnector" presStyleLbl="node2" presStyleIdx="0" presStyleCnt="0"/>
      <dgm:spPr/>
    </dgm:pt>
    <dgm:pt modelId="{0F01EB88-5D0A-47AB-B4BD-ABCE4281B306}" type="pres">
      <dgm:prSet presAssocID="{3FB30857-6113-4C65-A785-D58FE57B7D83}" presName="hierChild4" presStyleCnt="0"/>
      <dgm:spPr/>
    </dgm:pt>
    <dgm:pt modelId="{082E3CB7-FB47-469F-953C-16F352D318D0}" type="pres">
      <dgm:prSet presAssocID="{60317FF3-6206-4E67-BE46-F29EEEEC1D7E}" presName="Name37" presStyleLbl="parChTrans1D3" presStyleIdx="8" presStyleCnt="15"/>
      <dgm:spPr/>
    </dgm:pt>
    <dgm:pt modelId="{5FD048A2-3E67-4C78-B569-0AA6BA2C9454}" type="pres">
      <dgm:prSet presAssocID="{DC8663AF-F595-496F-8124-5B8AEDE2A3B9}" presName="hierRoot2" presStyleCnt="0">
        <dgm:presLayoutVars>
          <dgm:hierBranch val="init"/>
        </dgm:presLayoutVars>
      </dgm:prSet>
      <dgm:spPr/>
    </dgm:pt>
    <dgm:pt modelId="{7847A453-B998-43FA-971C-1D3909931F71}" type="pres">
      <dgm:prSet presAssocID="{DC8663AF-F595-496F-8124-5B8AEDE2A3B9}" presName="rootComposite" presStyleCnt="0"/>
      <dgm:spPr/>
    </dgm:pt>
    <dgm:pt modelId="{9509E0B7-8B7C-4370-A1E2-7EBF365C9F6D}" type="pres">
      <dgm:prSet presAssocID="{DC8663AF-F595-496F-8124-5B8AEDE2A3B9}" presName="rootText" presStyleLbl="node1" presStyleIdx="12" presStyleCnt="33">
        <dgm:presLayoutVars>
          <dgm:chMax/>
          <dgm:chPref val="3"/>
        </dgm:presLayoutVars>
      </dgm:prSet>
      <dgm:spPr/>
    </dgm:pt>
    <dgm:pt modelId="{BF14E658-C924-4693-B0DA-9393F58471F6}" type="pres">
      <dgm:prSet presAssocID="{DC8663AF-F595-496F-8124-5B8AEDE2A3B9}" presName="titleText2" presStyleLbl="fgAcc1" presStyleIdx="12" presStyleCnt="33">
        <dgm:presLayoutVars>
          <dgm:chMax val="0"/>
          <dgm:chPref val="0"/>
        </dgm:presLayoutVars>
      </dgm:prSet>
      <dgm:spPr/>
    </dgm:pt>
    <dgm:pt modelId="{97020D4C-C452-43ED-960A-D13D2972ADAE}" type="pres">
      <dgm:prSet presAssocID="{DC8663AF-F595-496F-8124-5B8AEDE2A3B9}" presName="rootConnector" presStyleLbl="node3" presStyleIdx="0" presStyleCnt="0"/>
      <dgm:spPr/>
    </dgm:pt>
    <dgm:pt modelId="{1894184B-F395-4D55-A7C4-FE21545E6E41}" type="pres">
      <dgm:prSet presAssocID="{DC8663AF-F595-496F-8124-5B8AEDE2A3B9}" presName="hierChild4" presStyleCnt="0"/>
      <dgm:spPr/>
    </dgm:pt>
    <dgm:pt modelId="{8EE01692-2C0F-4F39-9655-5C8BA83F3AA2}" type="pres">
      <dgm:prSet presAssocID="{DC8663AF-F595-496F-8124-5B8AEDE2A3B9}" presName="hierChild5" presStyleCnt="0"/>
      <dgm:spPr/>
    </dgm:pt>
    <dgm:pt modelId="{9AC1BDDE-94BF-40EA-BEE6-185A3CF066F6}" type="pres">
      <dgm:prSet presAssocID="{D0A4E5DF-EBCF-400B-854B-ACE27206DB02}" presName="Name37" presStyleLbl="parChTrans1D3" presStyleIdx="9" presStyleCnt="15"/>
      <dgm:spPr/>
    </dgm:pt>
    <dgm:pt modelId="{411C4C5B-17F6-463D-BF7D-61F790605EE9}" type="pres">
      <dgm:prSet presAssocID="{10926F66-4C2B-4E32-93AE-4DBD5DAA4FD1}" presName="hierRoot2" presStyleCnt="0">
        <dgm:presLayoutVars>
          <dgm:hierBranch val="init"/>
        </dgm:presLayoutVars>
      </dgm:prSet>
      <dgm:spPr/>
    </dgm:pt>
    <dgm:pt modelId="{CD3FF37E-7019-4E4A-A77D-01617054C741}" type="pres">
      <dgm:prSet presAssocID="{10926F66-4C2B-4E32-93AE-4DBD5DAA4FD1}" presName="rootComposite" presStyleCnt="0"/>
      <dgm:spPr/>
    </dgm:pt>
    <dgm:pt modelId="{D13B98C7-5FF0-4BAB-9B1C-99807108ACA0}" type="pres">
      <dgm:prSet presAssocID="{10926F66-4C2B-4E32-93AE-4DBD5DAA4FD1}" presName="rootText" presStyleLbl="node1" presStyleIdx="13" presStyleCnt="33">
        <dgm:presLayoutVars>
          <dgm:chMax/>
          <dgm:chPref val="3"/>
        </dgm:presLayoutVars>
      </dgm:prSet>
      <dgm:spPr/>
    </dgm:pt>
    <dgm:pt modelId="{DC45A841-CD5E-4FE4-A2EC-BEEA5A0899BA}" type="pres">
      <dgm:prSet presAssocID="{10926F66-4C2B-4E32-93AE-4DBD5DAA4FD1}" presName="titleText2" presStyleLbl="fgAcc1" presStyleIdx="13" presStyleCnt="33">
        <dgm:presLayoutVars>
          <dgm:chMax val="0"/>
          <dgm:chPref val="0"/>
        </dgm:presLayoutVars>
      </dgm:prSet>
      <dgm:spPr/>
    </dgm:pt>
    <dgm:pt modelId="{4594AC16-FF2B-449D-B851-56547230A072}" type="pres">
      <dgm:prSet presAssocID="{10926F66-4C2B-4E32-93AE-4DBD5DAA4FD1}" presName="rootConnector" presStyleLbl="node3" presStyleIdx="0" presStyleCnt="0"/>
      <dgm:spPr/>
    </dgm:pt>
    <dgm:pt modelId="{0B0EBC80-0203-4CF7-8C9A-89C6F29F51CE}" type="pres">
      <dgm:prSet presAssocID="{10926F66-4C2B-4E32-93AE-4DBD5DAA4FD1}" presName="hierChild4" presStyleCnt="0"/>
      <dgm:spPr/>
    </dgm:pt>
    <dgm:pt modelId="{A49A02B0-23FD-4664-A576-A806FF564C07}" type="pres">
      <dgm:prSet presAssocID="{10926F66-4C2B-4E32-93AE-4DBD5DAA4FD1}" presName="hierChild5" presStyleCnt="0"/>
      <dgm:spPr/>
    </dgm:pt>
    <dgm:pt modelId="{559D2F07-3409-4871-A659-B3AA138E73B7}" type="pres">
      <dgm:prSet presAssocID="{3FB30857-6113-4C65-A785-D58FE57B7D83}" presName="hierChild5" presStyleCnt="0"/>
      <dgm:spPr/>
    </dgm:pt>
    <dgm:pt modelId="{B52627E0-15E2-4D52-AB27-FB97A8A85934}" type="pres">
      <dgm:prSet presAssocID="{39259E66-86FF-404D-8BD4-392FECB282B4}" presName="Name37" presStyleLbl="parChTrans1D2" presStyleIdx="2" presStyleCnt="5"/>
      <dgm:spPr/>
    </dgm:pt>
    <dgm:pt modelId="{D4BC41AA-1F89-4978-A57D-344940396949}" type="pres">
      <dgm:prSet presAssocID="{CD8C3C0A-569C-47DB-8C37-6F364E0FB1F0}" presName="hierRoot2" presStyleCnt="0">
        <dgm:presLayoutVars>
          <dgm:hierBranch val="init"/>
        </dgm:presLayoutVars>
      </dgm:prSet>
      <dgm:spPr/>
    </dgm:pt>
    <dgm:pt modelId="{56F5ED6B-D778-4104-989D-11DB756B32DF}" type="pres">
      <dgm:prSet presAssocID="{CD8C3C0A-569C-47DB-8C37-6F364E0FB1F0}" presName="rootComposite" presStyleCnt="0"/>
      <dgm:spPr/>
    </dgm:pt>
    <dgm:pt modelId="{3DC72D14-76D1-4B20-8B32-C61B8C7E7EF4}" type="pres">
      <dgm:prSet presAssocID="{CD8C3C0A-569C-47DB-8C37-6F364E0FB1F0}" presName="rootText" presStyleLbl="node1" presStyleIdx="14" presStyleCnt="33">
        <dgm:presLayoutVars>
          <dgm:chMax/>
          <dgm:chPref val="3"/>
        </dgm:presLayoutVars>
      </dgm:prSet>
      <dgm:spPr/>
    </dgm:pt>
    <dgm:pt modelId="{A4EF5C3F-F54C-403A-A3DD-E7A87F14140E}" type="pres">
      <dgm:prSet presAssocID="{CD8C3C0A-569C-47DB-8C37-6F364E0FB1F0}" presName="titleText2" presStyleLbl="fgAcc1" presStyleIdx="14" presStyleCnt="33">
        <dgm:presLayoutVars>
          <dgm:chMax val="0"/>
          <dgm:chPref val="0"/>
        </dgm:presLayoutVars>
      </dgm:prSet>
      <dgm:spPr/>
    </dgm:pt>
    <dgm:pt modelId="{1441A62B-4DC6-4163-914A-507FF1743E6C}" type="pres">
      <dgm:prSet presAssocID="{CD8C3C0A-569C-47DB-8C37-6F364E0FB1F0}" presName="rootConnector" presStyleLbl="node2" presStyleIdx="0" presStyleCnt="0"/>
      <dgm:spPr/>
    </dgm:pt>
    <dgm:pt modelId="{C6A08B02-9297-42EC-9D29-98F0EF859042}" type="pres">
      <dgm:prSet presAssocID="{CD8C3C0A-569C-47DB-8C37-6F364E0FB1F0}" presName="hierChild4" presStyleCnt="0"/>
      <dgm:spPr/>
    </dgm:pt>
    <dgm:pt modelId="{903591AA-E7C0-4451-A454-1877BAE4C23D}" type="pres">
      <dgm:prSet presAssocID="{CD8C3C0A-569C-47DB-8C37-6F364E0FB1F0}" presName="hierChild5" presStyleCnt="0"/>
      <dgm:spPr/>
    </dgm:pt>
    <dgm:pt modelId="{6C0EEF51-FD3D-4AF5-9A09-036C03BC8D2F}" type="pres">
      <dgm:prSet presAssocID="{5AAFC57F-236F-4F55-9C8D-B80348FC5C86}" presName="Name37" presStyleLbl="parChTrans1D2" presStyleIdx="3" presStyleCnt="5"/>
      <dgm:spPr/>
    </dgm:pt>
    <dgm:pt modelId="{E04B83F0-3989-4B1D-B1FB-5A593585B261}" type="pres">
      <dgm:prSet presAssocID="{71B725DD-F289-47F1-9C35-B115ADD78222}" presName="hierRoot2" presStyleCnt="0">
        <dgm:presLayoutVars>
          <dgm:hierBranch val="init"/>
        </dgm:presLayoutVars>
      </dgm:prSet>
      <dgm:spPr/>
    </dgm:pt>
    <dgm:pt modelId="{08602EF0-828E-4039-B156-CB835446BF7F}" type="pres">
      <dgm:prSet presAssocID="{71B725DD-F289-47F1-9C35-B115ADD78222}" presName="rootComposite" presStyleCnt="0"/>
      <dgm:spPr/>
    </dgm:pt>
    <dgm:pt modelId="{DBC16C0E-E495-4798-94F5-2E2343326359}" type="pres">
      <dgm:prSet presAssocID="{71B725DD-F289-47F1-9C35-B115ADD78222}" presName="rootText" presStyleLbl="node1" presStyleIdx="15" presStyleCnt="33">
        <dgm:presLayoutVars>
          <dgm:chMax/>
          <dgm:chPref val="3"/>
        </dgm:presLayoutVars>
      </dgm:prSet>
      <dgm:spPr/>
    </dgm:pt>
    <dgm:pt modelId="{42B8E97B-6D6F-42D7-99CE-59548BC4A840}" type="pres">
      <dgm:prSet presAssocID="{71B725DD-F289-47F1-9C35-B115ADD78222}" presName="titleText2" presStyleLbl="fgAcc1" presStyleIdx="15" presStyleCnt="33" custScaleX="124937" custScaleY="121870">
        <dgm:presLayoutVars>
          <dgm:chMax val="0"/>
          <dgm:chPref val="0"/>
        </dgm:presLayoutVars>
      </dgm:prSet>
      <dgm:spPr/>
    </dgm:pt>
    <dgm:pt modelId="{C4967319-ACCD-45C2-BE77-DD9D37ABDAC1}" type="pres">
      <dgm:prSet presAssocID="{71B725DD-F289-47F1-9C35-B115ADD78222}" presName="rootConnector" presStyleLbl="node2" presStyleIdx="0" presStyleCnt="0"/>
      <dgm:spPr/>
    </dgm:pt>
    <dgm:pt modelId="{CBAFE719-39F5-47EB-A373-483CDCE32099}" type="pres">
      <dgm:prSet presAssocID="{71B725DD-F289-47F1-9C35-B115ADD78222}" presName="hierChild4" presStyleCnt="0"/>
      <dgm:spPr/>
    </dgm:pt>
    <dgm:pt modelId="{C0247041-3558-4594-B7D9-424DFD1A5543}" type="pres">
      <dgm:prSet presAssocID="{BF039EB6-70F5-41AD-9C9D-18C4240904C7}" presName="Name37" presStyleLbl="parChTrans1D3" presStyleIdx="10" presStyleCnt="15"/>
      <dgm:spPr/>
    </dgm:pt>
    <dgm:pt modelId="{E39FC106-E018-49C0-AEE7-0C3DCB12BBA4}" type="pres">
      <dgm:prSet presAssocID="{3192FB16-240D-488B-B26E-DA5899E6AB59}" presName="hierRoot2" presStyleCnt="0">
        <dgm:presLayoutVars>
          <dgm:hierBranch val="r"/>
        </dgm:presLayoutVars>
      </dgm:prSet>
      <dgm:spPr/>
    </dgm:pt>
    <dgm:pt modelId="{21BF8F6F-22C6-42CB-A006-838DB7A8DEBC}" type="pres">
      <dgm:prSet presAssocID="{3192FB16-240D-488B-B26E-DA5899E6AB59}" presName="rootComposite" presStyleCnt="0"/>
      <dgm:spPr/>
    </dgm:pt>
    <dgm:pt modelId="{12E9E648-A75A-4F66-83B6-EC46111BFB7E}" type="pres">
      <dgm:prSet presAssocID="{3192FB16-240D-488B-B26E-DA5899E6AB59}" presName="rootText" presStyleLbl="node1" presStyleIdx="16" presStyleCnt="33" custLinFactNeighborX="797" custLinFactNeighborY="1540">
        <dgm:presLayoutVars>
          <dgm:chMax/>
          <dgm:chPref val="3"/>
        </dgm:presLayoutVars>
      </dgm:prSet>
      <dgm:spPr/>
    </dgm:pt>
    <dgm:pt modelId="{936A443C-659D-4B96-A7CF-C6A8F12C0787}" type="pres">
      <dgm:prSet presAssocID="{3192FB16-240D-488B-B26E-DA5899E6AB59}" presName="titleText2" presStyleLbl="fgAcc1" presStyleIdx="16" presStyleCnt="33" custScaleX="127711" custScaleY="109928" custLinFactNeighborX="12573" custLinFactNeighborY="12781">
        <dgm:presLayoutVars>
          <dgm:chMax val="0"/>
          <dgm:chPref val="0"/>
        </dgm:presLayoutVars>
      </dgm:prSet>
      <dgm:spPr/>
    </dgm:pt>
    <dgm:pt modelId="{070E89B5-2E65-46C5-A555-9A40EA9A5FE2}" type="pres">
      <dgm:prSet presAssocID="{3192FB16-240D-488B-B26E-DA5899E6AB59}" presName="rootConnector" presStyleLbl="node3" presStyleIdx="0" presStyleCnt="0"/>
      <dgm:spPr/>
    </dgm:pt>
    <dgm:pt modelId="{AD7506E7-DF6B-42C7-8A30-708B96F1BF0E}" type="pres">
      <dgm:prSet presAssocID="{3192FB16-240D-488B-B26E-DA5899E6AB59}" presName="hierChild4" presStyleCnt="0"/>
      <dgm:spPr/>
    </dgm:pt>
    <dgm:pt modelId="{3FF4A8B8-5673-45E7-93ED-6F6898603707}" type="pres">
      <dgm:prSet presAssocID="{5F32C9FA-9D2A-476F-A57D-5FB5BC97D2DD}" presName="Name44" presStyleLbl="parChTrans1D4" presStyleIdx="2" presStyleCnt="14"/>
      <dgm:spPr/>
    </dgm:pt>
    <dgm:pt modelId="{AD4CB2D6-CF50-448E-BCF9-B65D25C036A3}" type="pres">
      <dgm:prSet presAssocID="{355D8DC6-3103-492C-9D26-569DEE2D0AE7}" presName="hierRoot2" presStyleCnt="0">
        <dgm:presLayoutVars>
          <dgm:hierBranch val="init"/>
        </dgm:presLayoutVars>
      </dgm:prSet>
      <dgm:spPr/>
    </dgm:pt>
    <dgm:pt modelId="{98F2EC66-5115-4B8F-B7C9-5C58FB156304}" type="pres">
      <dgm:prSet presAssocID="{355D8DC6-3103-492C-9D26-569DEE2D0AE7}" presName="rootComposite" presStyleCnt="0"/>
      <dgm:spPr/>
    </dgm:pt>
    <dgm:pt modelId="{2D84742D-2B8F-4266-87FB-EB85B8A4920F}" type="pres">
      <dgm:prSet presAssocID="{355D8DC6-3103-492C-9D26-569DEE2D0AE7}" presName="rootText" presStyleLbl="node1" presStyleIdx="17" presStyleCnt="33">
        <dgm:presLayoutVars>
          <dgm:chMax/>
          <dgm:chPref val="3"/>
        </dgm:presLayoutVars>
      </dgm:prSet>
      <dgm:spPr/>
    </dgm:pt>
    <dgm:pt modelId="{37968C60-C243-4B7E-B547-E201678DF98C}" type="pres">
      <dgm:prSet presAssocID="{355D8DC6-3103-492C-9D26-569DEE2D0AE7}" presName="titleText2" presStyleLbl="fgAcc1" presStyleIdx="17" presStyleCnt="33">
        <dgm:presLayoutVars>
          <dgm:chMax val="0"/>
          <dgm:chPref val="0"/>
        </dgm:presLayoutVars>
      </dgm:prSet>
      <dgm:spPr/>
    </dgm:pt>
    <dgm:pt modelId="{97708C21-92A1-4630-A53F-00C821CD41BC}" type="pres">
      <dgm:prSet presAssocID="{355D8DC6-3103-492C-9D26-569DEE2D0AE7}" presName="rootConnector" presStyleLbl="node4" presStyleIdx="0" presStyleCnt="0"/>
      <dgm:spPr/>
    </dgm:pt>
    <dgm:pt modelId="{D492AA2C-315D-4639-A2F7-622C86440FD6}" type="pres">
      <dgm:prSet presAssocID="{355D8DC6-3103-492C-9D26-569DEE2D0AE7}" presName="hierChild4" presStyleCnt="0"/>
      <dgm:spPr/>
    </dgm:pt>
    <dgm:pt modelId="{3CEE75CB-AEF3-4ADF-9A48-99482182A9F3}" type="pres">
      <dgm:prSet presAssocID="{355D8DC6-3103-492C-9D26-569DEE2D0AE7}" presName="hierChild5" presStyleCnt="0"/>
      <dgm:spPr/>
    </dgm:pt>
    <dgm:pt modelId="{C74E67BF-4F3E-4020-9DE4-5DEF17824480}" type="pres">
      <dgm:prSet presAssocID="{AAB27535-4722-40AF-AA4B-054CEA6C40A3}" presName="Name44" presStyleLbl="parChTrans1D4" presStyleIdx="3" presStyleCnt="14"/>
      <dgm:spPr/>
    </dgm:pt>
    <dgm:pt modelId="{6257AF23-2F24-4DF7-B305-565AC9F9D727}" type="pres">
      <dgm:prSet presAssocID="{B2B3136E-39D4-461E-A25A-E23EF4A5857B}" presName="hierRoot2" presStyleCnt="0">
        <dgm:presLayoutVars>
          <dgm:hierBranch val="init"/>
        </dgm:presLayoutVars>
      </dgm:prSet>
      <dgm:spPr/>
    </dgm:pt>
    <dgm:pt modelId="{BAE0CBAF-0B1A-4770-BEE3-3EF7195ECA94}" type="pres">
      <dgm:prSet presAssocID="{B2B3136E-39D4-461E-A25A-E23EF4A5857B}" presName="rootComposite" presStyleCnt="0"/>
      <dgm:spPr/>
    </dgm:pt>
    <dgm:pt modelId="{BF9EB600-CB49-4483-9929-2FABC218E267}" type="pres">
      <dgm:prSet presAssocID="{B2B3136E-39D4-461E-A25A-E23EF4A5857B}" presName="rootText" presStyleLbl="node1" presStyleIdx="18" presStyleCnt="33">
        <dgm:presLayoutVars>
          <dgm:chMax/>
          <dgm:chPref val="3"/>
        </dgm:presLayoutVars>
      </dgm:prSet>
      <dgm:spPr/>
    </dgm:pt>
    <dgm:pt modelId="{26BBDFFF-F8AC-41D8-BFBD-6F2A616C8AC6}" type="pres">
      <dgm:prSet presAssocID="{B2B3136E-39D4-461E-A25A-E23EF4A5857B}" presName="titleText2" presStyleLbl="fgAcc1" presStyleIdx="18" presStyleCnt="33">
        <dgm:presLayoutVars>
          <dgm:chMax val="0"/>
          <dgm:chPref val="0"/>
        </dgm:presLayoutVars>
      </dgm:prSet>
      <dgm:spPr/>
    </dgm:pt>
    <dgm:pt modelId="{964F51CF-33BE-4FE5-A5D8-528E42226501}" type="pres">
      <dgm:prSet presAssocID="{B2B3136E-39D4-461E-A25A-E23EF4A5857B}" presName="rootConnector" presStyleLbl="node4" presStyleIdx="0" presStyleCnt="0"/>
      <dgm:spPr/>
    </dgm:pt>
    <dgm:pt modelId="{D2DB09A0-84F3-4731-A074-DD7AD6D9B3D9}" type="pres">
      <dgm:prSet presAssocID="{B2B3136E-39D4-461E-A25A-E23EF4A5857B}" presName="hierChild4" presStyleCnt="0"/>
      <dgm:spPr/>
    </dgm:pt>
    <dgm:pt modelId="{348D4660-AD34-4649-93C9-1C853C61F675}" type="pres">
      <dgm:prSet presAssocID="{B2B3136E-39D4-461E-A25A-E23EF4A5857B}" presName="hierChild5" presStyleCnt="0"/>
      <dgm:spPr/>
    </dgm:pt>
    <dgm:pt modelId="{970036AE-E7D2-4EE8-82D9-D2D9A0AE146D}" type="pres">
      <dgm:prSet presAssocID="{3192FB16-240D-488B-B26E-DA5899E6AB59}" presName="hierChild5" presStyleCnt="0"/>
      <dgm:spPr/>
    </dgm:pt>
    <dgm:pt modelId="{7FEEA284-1E0A-48B8-B684-071585328D1D}" type="pres">
      <dgm:prSet presAssocID="{1B4A3C6C-2669-45A9-9056-035B87DEF86A}" presName="Name37" presStyleLbl="parChTrans1D3" presStyleIdx="11" presStyleCnt="15"/>
      <dgm:spPr/>
    </dgm:pt>
    <dgm:pt modelId="{ADCDF1FD-D23C-454E-B509-4F16108003A4}" type="pres">
      <dgm:prSet presAssocID="{26A10898-8E38-4C63-88AA-33AD4B339FC3}" presName="hierRoot2" presStyleCnt="0">
        <dgm:presLayoutVars>
          <dgm:hierBranch val="init"/>
        </dgm:presLayoutVars>
      </dgm:prSet>
      <dgm:spPr/>
    </dgm:pt>
    <dgm:pt modelId="{81A29880-4FD4-4725-8837-EEEEDF75A70E}" type="pres">
      <dgm:prSet presAssocID="{26A10898-8E38-4C63-88AA-33AD4B339FC3}" presName="rootComposite" presStyleCnt="0"/>
      <dgm:spPr/>
    </dgm:pt>
    <dgm:pt modelId="{D507B24B-5E12-4F2E-9919-41E644B8C247}" type="pres">
      <dgm:prSet presAssocID="{26A10898-8E38-4C63-88AA-33AD4B339FC3}" presName="rootText" presStyleLbl="node1" presStyleIdx="19" presStyleCnt="33">
        <dgm:presLayoutVars>
          <dgm:chMax/>
          <dgm:chPref val="3"/>
        </dgm:presLayoutVars>
      </dgm:prSet>
      <dgm:spPr/>
    </dgm:pt>
    <dgm:pt modelId="{2F4E8AC8-3146-4994-B37C-7F17D761A9CD}" type="pres">
      <dgm:prSet presAssocID="{26A10898-8E38-4C63-88AA-33AD4B339FC3}" presName="titleText2" presStyleLbl="fgAcc1" presStyleIdx="19" presStyleCnt="33" custScaleX="114783" custScaleY="98618">
        <dgm:presLayoutVars>
          <dgm:chMax val="0"/>
          <dgm:chPref val="0"/>
        </dgm:presLayoutVars>
      </dgm:prSet>
      <dgm:spPr/>
    </dgm:pt>
    <dgm:pt modelId="{8146133A-C530-401C-870A-B443FCB52CA8}" type="pres">
      <dgm:prSet presAssocID="{26A10898-8E38-4C63-88AA-33AD4B339FC3}" presName="rootConnector" presStyleLbl="node3" presStyleIdx="0" presStyleCnt="0"/>
      <dgm:spPr/>
    </dgm:pt>
    <dgm:pt modelId="{37A029D7-0447-4E41-AE3E-517A4AD93724}" type="pres">
      <dgm:prSet presAssocID="{26A10898-8E38-4C63-88AA-33AD4B339FC3}" presName="hierChild4" presStyleCnt="0"/>
      <dgm:spPr/>
    </dgm:pt>
    <dgm:pt modelId="{BD418A3C-5E00-410E-A8BB-1ABCB3347E69}" type="pres">
      <dgm:prSet presAssocID="{26A10898-8E38-4C63-88AA-33AD4B339FC3}" presName="hierChild5" presStyleCnt="0"/>
      <dgm:spPr/>
    </dgm:pt>
    <dgm:pt modelId="{04808C57-E01A-40CB-A28D-C2D1F0B5F2DC}" type="pres">
      <dgm:prSet presAssocID="{9095C6E5-A1C9-42FD-9DA2-955FA415C735}" presName="Name37" presStyleLbl="parChTrans1D3" presStyleIdx="12" presStyleCnt="15"/>
      <dgm:spPr/>
    </dgm:pt>
    <dgm:pt modelId="{C8F772C1-1ADA-4E5C-A700-C7D1A2749E75}" type="pres">
      <dgm:prSet presAssocID="{1939C5F3-A28F-4205-B71F-B0AADFCEB3E3}" presName="hierRoot2" presStyleCnt="0">
        <dgm:presLayoutVars>
          <dgm:hierBranch val="r"/>
        </dgm:presLayoutVars>
      </dgm:prSet>
      <dgm:spPr/>
    </dgm:pt>
    <dgm:pt modelId="{6B5C22F6-0B30-481F-AF8E-7AD3DD609886}" type="pres">
      <dgm:prSet presAssocID="{1939C5F3-A28F-4205-B71F-B0AADFCEB3E3}" presName="rootComposite" presStyleCnt="0"/>
      <dgm:spPr/>
    </dgm:pt>
    <dgm:pt modelId="{3C863C0A-5041-4985-95BC-B82755ECB4B1}" type="pres">
      <dgm:prSet presAssocID="{1939C5F3-A28F-4205-B71F-B0AADFCEB3E3}" presName="rootText" presStyleLbl="node1" presStyleIdx="20" presStyleCnt="33">
        <dgm:presLayoutVars>
          <dgm:chMax/>
          <dgm:chPref val="3"/>
        </dgm:presLayoutVars>
      </dgm:prSet>
      <dgm:spPr/>
    </dgm:pt>
    <dgm:pt modelId="{9135D62A-B99F-47DF-90B0-60858137E245}" type="pres">
      <dgm:prSet presAssocID="{1939C5F3-A28F-4205-B71F-B0AADFCEB3E3}" presName="titleText2" presStyleLbl="fgAcc1" presStyleIdx="20" presStyleCnt="33" custScaleX="131213" custScaleY="105823" custLinFactNeighborX="13193" custLinFactNeighborY="15022">
        <dgm:presLayoutVars>
          <dgm:chMax val="0"/>
          <dgm:chPref val="0"/>
        </dgm:presLayoutVars>
      </dgm:prSet>
      <dgm:spPr/>
    </dgm:pt>
    <dgm:pt modelId="{D9CCDA42-8015-4D74-8A62-F231193882B9}" type="pres">
      <dgm:prSet presAssocID="{1939C5F3-A28F-4205-B71F-B0AADFCEB3E3}" presName="rootConnector" presStyleLbl="node3" presStyleIdx="0" presStyleCnt="0"/>
      <dgm:spPr/>
    </dgm:pt>
    <dgm:pt modelId="{5B22E13C-17C4-4180-8E47-5FE3C14C3939}" type="pres">
      <dgm:prSet presAssocID="{1939C5F3-A28F-4205-B71F-B0AADFCEB3E3}" presName="hierChild4" presStyleCnt="0"/>
      <dgm:spPr/>
    </dgm:pt>
    <dgm:pt modelId="{E3A150AC-176D-4D24-B5C6-FE6B71B6EF15}" type="pres">
      <dgm:prSet presAssocID="{9421B09F-5E37-4149-9BCB-668CBD6FDCA5}" presName="Name44" presStyleLbl="parChTrans1D4" presStyleIdx="4" presStyleCnt="14"/>
      <dgm:spPr/>
    </dgm:pt>
    <dgm:pt modelId="{749A85BF-F5A3-4DAF-98D7-60259E7F6935}" type="pres">
      <dgm:prSet presAssocID="{477DD275-990A-40A4-83D3-B030EBF1A6B7}" presName="hierRoot2" presStyleCnt="0">
        <dgm:presLayoutVars>
          <dgm:hierBranch val="init"/>
        </dgm:presLayoutVars>
      </dgm:prSet>
      <dgm:spPr/>
    </dgm:pt>
    <dgm:pt modelId="{6E8A1868-EFBC-41C9-8EA2-9DB74B05FF0A}" type="pres">
      <dgm:prSet presAssocID="{477DD275-990A-40A4-83D3-B030EBF1A6B7}" presName="rootComposite" presStyleCnt="0"/>
      <dgm:spPr/>
    </dgm:pt>
    <dgm:pt modelId="{D7BA0DD4-7E1B-4F6A-85E9-17663CEF1934}" type="pres">
      <dgm:prSet presAssocID="{477DD275-990A-40A4-83D3-B030EBF1A6B7}" presName="rootText" presStyleLbl="node1" presStyleIdx="21" presStyleCnt="33">
        <dgm:presLayoutVars>
          <dgm:chMax/>
          <dgm:chPref val="3"/>
        </dgm:presLayoutVars>
      </dgm:prSet>
      <dgm:spPr/>
    </dgm:pt>
    <dgm:pt modelId="{C6832F15-5F5C-4A03-8A60-35FA7A755181}" type="pres">
      <dgm:prSet presAssocID="{477DD275-990A-40A4-83D3-B030EBF1A6B7}" presName="titleText2" presStyleLbl="fgAcc1" presStyleIdx="21" presStyleCnt="33">
        <dgm:presLayoutVars>
          <dgm:chMax val="0"/>
          <dgm:chPref val="0"/>
        </dgm:presLayoutVars>
      </dgm:prSet>
      <dgm:spPr/>
    </dgm:pt>
    <dgm:pt modelId="{3EB35030-A7EE-4652-8D21-7092DDDEA7B0}" type="pres">
      <dgm:prSet presAssocID="{477DD275-990A-40A4-83D3-B030EBF1A6B7}" presName="rootConnector" presStyleLbl="node4" presStyleIdx="0" presStyleCnt="0"/>
      <dgm:spPr/>
    </dgm:pt>
    <dgm:pt modelId="{185A2A0E-7D20-447D-B704-AE90D852FE6E}" type="pres">
      <dgm:prSet presAssocID="{477DD275-990A-40A4-83D3-B030EBF1A6B7}" presName="hierChild4" presStyleCnt="0"/>
      <dgm:spPr/>
    </dgm:pt>
    <dgm:pt modelId="{30206EEB-EBB5-4722-A54A-58669DB2D140}" type="pres">
      <dgm:prSet presAssocID="{C16FA09E-D046-4CD1-953C-C311AB77F6D9}" presName="Name37" presStyleLbl="parChTrans1D4" presStyleIdx="5" presStyleCnt="14"/>
      <dgm:spPr/>
    </dgm:pt>
    <dgm:pt modelId="{E3534B6B-A01C-4E78-AF92-E624E38554C7}" type="pres">
      <dgm:prSet presAssocID="{010B178B-D7C5-4C8A-9C2A-8CBB95599011}" presName="hierRoot2" presStyleCnt="0">
        <dgm:presLayoutVars>
          <dgm:hierBranch val="init"/>
        </dgm:presLayoutVars>
      </dgm:prSet>
      <dgm:spPr/>
    </dgm:pt>
    <dgm:pt modelId="{906B3B48-F34B-4B95-A203-9A75FB56C5DA}" type="pres">
      <dgm:prSet presAssocID="{010B178B-D7C5-4C8A-9C2A-8CBB95599011}" presName="rootComposite" presStyleCnt="0"/>
      <dgm:spPr/>
    </dgm:pt>
    <dgm:pt modelId="{961F3284-95B9-47C9-AA43-C3F153BC6009}" type="pres">
      <dgm:prSet presAssocID="{010B178B-D7C5-4C8A-9C2A-8CBB95599011}" presName="rootText" presStyleLbl="node1" presStyleIdx="22" presStyleCnt="33">
        <dgm:presLayoutVars>
          <dgm:chMax/>
          <dgm:chPref val="3"/>
        </dgm:presLayoutVars>
      </dgm:prSet>
      <dgm:spPr/>
    </dgm:pt>
    <dgm:pt modelId="{2FC6A16A-FE4A-4F8F-B361-A171EA06BC4E}" type="pres">
      <dgm:prSet presAssocID="{010B178B-D7C5-4C8A-9C2A-8CBB95599011}" presName="titleText2" presStyleLbl="fgAcc1" presStyleIdx="22" presStyleCnt="33">
        <dgm:presLayoutVars>
          <dgm:chMax val="0"/>
          <dgm:chPref val="0"/>
        </dgm:presLayoutVars>
      </dgm:prSet>
      <dgm:spPr/>
    </dgm:pt>
    <dgm:pt modelId="{85BE51E6-7A47-46E1-B9BE-222555817BF6}" type="pres">
      <dgm:prSet presAssocID="{010B178B-D7C5-4C8A-9C2A-8CBB95599011}" presName="rootConnector" presStyleLbl="node4" presStyleIdx="0" presStyleCnt="0"/>
      <dgm:spPr/>
    </dgm:pt>
    <dgm:pt modelId="{012D15DD-75B5-4CE8-822A-9B0211C049D9}" type="pres">
      <dgm:prSet presAssocID="{010B178B-D7C5-4C8A-9C2A-8CBB95599011}" presName="hierChild4" presStyleCnt="0"/>
      <dgm:spPr/>
    </dgm:pt>
    <dgm:pt modelId="{B3471EFA-4432-4C98-9746-0B0725C27604}" type="pres">
      <dgm:prSet presAssocID="{010B178B-D7C5-4C8A-9C2A-8CBB95599011}" presName="hierChild5" presStyleCnt="0"/>
      <dgm:spPr/>
    </dgm:pt>
    <dgm:pt modelId="{690AF545-BEB5-40D5-9B1B-243133383807}" type="pres">
      <dgm:prSet presAssocID="{D9A5C21B-B13E-4CB7-B1B8-BAC51F816298}" presName="Name37" presStyleLbl="parChTrans1D4" presStyleIdx="6" presStyleCnt="14"/>
      <dgm:spPr/>
    </dgm:pt>
    <dgm:pt modelId="{12ECC39A-4F8F-4DFC-BDD4-FAECD3A9E72A}" type="pres">
      <dgm:prSet presAssocID="{E2EF1340-CDBC-4572-8A3F-FF4D1AB9DA7F}" presName="hierRoot2" presStyleCnt="0">
        <dgm:presLayoutVars>
          <dgm:hierBranch val="init"/>
        </dgm:presLayoutVars>
      </dgm:prSet>
      <dgm:spPr/>
    </dgm:pt>
    <dgm:pt modelId="{A1F6B2CA-3A1D-4CFB-9860-3FEAF2333897}" type="pres">
      <dgm:prSet presAssocID="{E2EF1340-CDBC-4572-8A3F-FF4D1AB9DA7F}" presName="rootComposite" presStyleCnt="0"/>
      <dgm:spPr/>
    </dgm:pt>
    <dgm:pt modelId="{AF515711-F727-4A72-959E-1F682DD7BCFE}" type="pres">
      <dgm:prSet presAssocID="{E2EF1340-CDBC-4572-8A3F-FF4D1AB9DA7F}" presName="rootText" presStyleLbl="node1" presStyleIdx="23" presStyleCnt="33">
        <dgm:presLayoutVars>
          <dgm:chMax/>
          <dgm:chPref val="3"/>
        </dgm:presLayoutVars>
      </dgm:prSet>
      <dgm:spPr/>
    </dgm:pt>
    <dgm:pt modelId="{BA33832A-ED11-4835-BA00-0BF520780FAE}" type="pres">
      <dgm:prSet presAssocID="{E2EF1340-CDBC-4572-8A3F-FF4D1AB9DA7F}" presName="titleText2" presStyleLbl="fgAcc1" presStyleIdx="23" presStyleCnt="33">
        <dgm:presLayoutVars>
          <dgm:chMax val="0"/>
          <dgm:chPref val="0"/>
        </dgm:presLayoutVars>
      </dgm:prSet>
      <dgm:spPr/>
    </dgm:pt>
    <dgm:pt modelId="{F799E85E-2421-4CCB-83EB-934628387C04}" type="pres">
      <dgm:prSet presAssocID="{E2EF1340-CDBC-4572-8A3F-FF4D1AB9DA7F}" presName="rootConnector" presStyleLbl="node4" presStyleIdx="0" presStyleCnt="0"/>
      <dgm:spPr/>
    </dgm:pt>
    <dgm:pt modelId="{843491DF-6A4A-4D4B-908A-0738E230B0C8}" type="pres">
      <dgm:prSet presAssocID="{E2EF1340-CDBC-4572-8A3F-FF4D1AB9DA7F}" presName="hierChild4" presStyleCnt="0"/>
      <dgm:spPr/>
    </dgm:pt>
    <dgm:pt modelId="{D0FFE7AD-DD7B-4E71-AC40-AF7188C05404}" type="pres">
      <dgm:prSet presAssocID="{E2EF1340-CDBC-4572-8A3F-FF4D1AB9DA7F}" presName="hierChild5" presStyleCnt="0"/>
      <dgm:spPr/>
    </dgm:pt>
    <dgm:pt modelId="{7FCAF8F9-6027-4B38-AB59-BABAD006BDCF}" type="pres">
      <dgm:prSet presAssocID="{477DD275-990A-40A4-83D3-B030EBF1A6B7}" presName="hierChild5" presStyleCnt="0"/>
      <dgm:spPr/>
    </dgm:pt>
    <dgm:pt modelId="{DFAADC32-E3F2-4DA4-A2BB-BE91795318C9}" type="pres">
      <dgm:prSet presAssocID="{ED7DC321-AF36-473E-98E3-46BA658EE9BC}" presName="Name44" presStyleLbl="parChTrans1D4" presStyleIdx="7" presStyleCnt="14"/>
      <dgm:spPr/>
    </dgm:pt>
    <dgm:pt modelId="{CB2DF304-6C79-480A-B01C-23D06D74EFA7}" type="pres">
      <dgm:prSet presAssocID="{ECAB0F16-4442-4E64-A063-C495A68F8265}" presName="hierRoot2" presStyleCnt="0">
        <dgm:presLayoutVars>
          <dgm:hierBranch val="init"/>
        </dgm:presLayoutVars>
      </dgm:prSet>
      <dgm:spPr/>
    </dgm:pt>
    <dgm:pt modelId="{88C57593-39BB-47DD-9909-A5021924AA31}" type="pres">
      <dgm:prSet presAssocID="{ECAB0F16-4442-4E64-A063-C495A68F8265}" presName="rootComposite" presStyleCnt="0"/>
      <dgm:spPr/>
    </dgm:pt>
    <dgm:pt modelId="{42019EFA-4E0A-4AD3-AF3D-8B4FE2DD591E}" type="pres">
      <dgm:prSet presAssocID="{ECAB0F16-4442-4E64-A063-C495A68F8265}" presName="rootText" presStyleLbl="node1" presStyleIdx="24" presStyleCnt="33">
        <dgm:presLayoutVars>
          <dgm:chMax/>
          <dgm:chPref val="3"/>
        </dgm:presLayoutVars>
      </dgm:prSet>
      <dgm:spPr/>
    </dgm:pt>
    <dgm:pt modelId="{CE2DADDA-3A0F-4379-94BC-107535E31C3A}" type="pres">
      <dgm:prSet presAssocID="{ECAB0F16-4442-4E64-A063-C495A68F8265}" presName="titleText2" presStyleLbl="fgAcc1" presStyleIdx="24" presStyleCnt="33">
        <dgm:presLayoutVars>
          <dgm:chMax val="0"/>
          <dgm:chPref val="0"/>
        </dgm:presLayoutVars>
      </dgm:prSet>
      <dgm:spPr/>
    </dgm:pt>
    <dgm:pt modelId="{F6C93043-FF70-4BF5-B021-5F558A006964}" type="pres">
      <dgm:prSet presAssocID="{ECAB0F16-4442-4E64-A063-C495A68F8265}" presName="rootConnector" presStyleLbl="node4" presStyleIdx="0" presStyleCnt="0"/>
      <dgm:spPr/>
    </dgm:pt>
    <dgm:pt modelId="{857FACE2-BFF1-412E-962E-BC2DF38442F5}" type="pres">
      <dgm:prSet presAssocID="{ECAB0F16-4442-4E64-A063-C495A68F8265}" presName="hierChild4" presStyleCnt="0"/>
      <dgm:spPr/>
    </dgm:pt>
    <dgm:pt modelId="{3182C9C8-0138-4A59-9167-EB74F32053A7}" type="pres">
      <dgm:prSet presAssocID="{ECAB0F16-4442-4E64-A063-C495A68F8265}" presName="hierChild5" presStyleCnt="0"/>
      <dgm:spPr/>
    </dgm:pt>
    <dgm:pt modelId="{916BCB7B-F9EC-4241-8C40-611C6C506C12}" type="pres">
      <dgm:prSet presAssocID="{ECB9CB01-BD52-4BF1-BCDA-E15A6BDC931B}" presName="Name44" presStyleLbl="parChTrans1D4" presStyleIdx="8" presStyleCnt="14"/>
      <dgm:spPr/>
    </dgm:pt>
    <dgm:pt modelId="{2B95DA2E-0B90-4AD9-84E5-8EF159737DB9}" type="pres">
      <dgm:prSet presAssocID="{198FD393-29B0-4203-AB4C-5CC991AF008E}" presName="hierRoot2" presStyleCnt="0">
        <dgm:presLayoutVars>
          <dgm:hierBranch val="init"/>
        </dgm:presLayoutVars>
      </dgm:prSet>
      <dgm:spPr/>
    </dgm:pt>
    <dgm:pt modelId="{90F98507-60BB-4F73-8CCF-EC41F2BAD202}" type="pres">
      <dgm:prSet presAssocID="{198FD393-29B0-4203-AB4C-5CC991AF008E}" presName="rootComposite" presStyleCnt="0"/>
      <dgm:spPr/>
    </dgm:pt>
    <dgm:pt modelId="{DBB5E0AC-1CDE-4636-8013-716CB8589ACD}" type="pres">
      <dgm:prSet presAssocID="{198FD393-29B0-4203-AB4C-5CC991AF008E}" presName="rootText" presStyleLbl="node1" presStyleIdx="25" presStyleCnt="33">
        <dgm:presLayoutVars>
          <dgm:chMax/>
          <dgm:chPref val="3"/>
        </dgm:presLayoutVars>
      </dgm:prSet>
      <dgm:spPr/>
    </dgm:pt>
    <dgm:pt modelId="{87F008DE-75E2-4F37-8D5A-CA6698677B61}" type="pres">
      <dgm:prSet presAssocID="{198FD393-29B0-4203-AB4C-5CC991AF008E}" presName="titleText2" presStyleLbl="fgAcc1" presStyleIdx="25" presStyleCnt="33">
        <dgm:presLayoutVars>
          <dgm:chMax val="0"/>
          <dgm:chPref val="0"/>
        </dgm:presLayoutVars>
      </dgm:prSet>
      <dgm:spPr/>
    </dgm:pt>
    <dgm:pt modelId="{E313E172-87C0-4A89-8121-2CBD99DBEDA9}" type="pres">
      <dgm:prSet presAssocID="{198FD393-29B0-4203-AB4C-5CC991AF008E}" presName="rootConnector" presStyleLbl="node4" presStyleIdx="0" presStyleCnt="0"/>
      <dgm:spPr/>
    </dgm:pt>
    <dgm:pt modelId="{E33CDD52-B19A-413B-9FBD-E45CBD02A803}" type="pres">
      <dgm:prSet presAssocID="{198FD393-29B0-4203-AB4C-5CC991AF008E}" presName="hierChild4" presStyleCnt="0"/>
      <dgm:spPr/>
    </dgm:pt>
    <dgm:pt modelId="{EF69096C-53ED-4935-B06E-B46FA2486289}" type="pres">
      <dgm:prSet presAssocID="{198FD393-29B0-4203-AB4C-5CC991AF008E}" presName="hierChild5" presStyleCnt="0"/>
      <dgm:spPr/>
    </dgm:pt>
    <dgm:pt modelId="{0D19D584-5F8D-4C38-A535-62FDC50C0C57}" type="pres">
      <dgm:prSet presAssocID="{EB22666A-5F0B-4129-A9A1-89D2444AF8E2}" presName="Name44" presStyleLbl="parChTrans1D4" presStyleIdx="9" presStyleCnt="14"/>
      <dgm:spPr/>
    </dgm:pt>
    <dgm:pt modelId="{87166665-E361-4BFB-9ECD-07D2A1699778}" type="pres">
      <dgm:prSet presAssocID="{918A0052-E1DA-4C2B-8784-D18B8BC9B2A3}" presName="hierRoot2" presStyleCnt="0">
        <dgm:presLayoutVars>
          <dgm:hierBranch val="init"/>
        </dgm:presLayoutVars>
      </dgm:prSet>
      <dgm:spPr/>
    </dgm:pt>
    <dgm:pt modelId="{69D8878E-06AF-4038-8F82-73549D3E157D}" type="pres">
      <dgm:prSet presAssocID="{918A0052-E1DA-4C2B-8784-D18B8BC9B2A3}" presName="rootComposite" presStyleCnt="0"/>
      <dgm:spPr/>
    </dgm:pt>
    <dgm:pt modelId="{06F5D158-7A0E-4F50-9CFE-1F257A0BAEA9}" type="pres">
      <dgm:prSet presAssocID="{918A0052-E1DA-4C2B-8784-D18B8BC9B2A3}" presName="rootText" presStyleLbl="node1" presStyleIdx="26" presStyleCnt="33">
        <dgm:presLayoutVars>
          <dgm:chMax/>
          <dgm:chPref val="3"/>
        </dgm:presLayoutVars>
      </dgm:prSet>
      <dgm:spPr/>
    </dgm:pt>
    <dgm:pt modelId="{6DB73675-B62F-4B74-8C97-4604537B0046}" type="pres">
      <dgm:prSet presAssocID="{918A0052-E1DA-4C2B-8784-D18B8BC9B2A3}" presName="titleText2" presStyleLbl="fgAcc1" presStyleIdx="26" presStyleCnt="33">
        <dgm:presLayoutVars>
          <dgm:chMax val="0"/>
          <dgm:chPref val="0"/>
        </dgm:presLayoutVars>
      </dgm:prSet>
      <dgm:spPr/>
    </dgm:pt>
    <dgm:pt modelId="{E51BBCE9-9FC3-464A-BD67-1F9250DE0192}" type="pres">
      <dgm:prSet presAssocID="{918A0052-E1DA-4C2B-8784-D18B8BC9B2A3}" presName="rootConnector" presStyleLbl="node4" presStyleIdx="0" presStyleCnt="0"/>
      <dgm:spPr/>
    </dgm:pt>
    <dgm:pt modelId="{C6A87F6B-2EC5-4F83-A154-A406622998AF}" type="pres">
      <dgm:prSet presAssocID="{918A0052-E1DA-4C2B-8784-D18B8BC9B2A3}" presName="hierChild4" presStyleCnt="0"/>
      <dgm:spPr/>
    </dgm:pt>
    <dgm:pt modelId="{3DE37DED-3784-4AB7-97C5-7EAB86ECBA61}" type="pres">
      <dgm:prSet presAssocID="{918A0052-E1DA-4C2B-8784-D18B8BC9B2A3}" presName="hierChild5" presStyleCnt="0"/>
      <dgm:spPr/>
    </dgm:pt>
    <dgm:pt modelId="{0B26AA63-F88B-4685-A213-4E3E63D7B988}" type="pres">
      <dgm:prSet presAssocID="{1939C5F3-A28F-4205-B71F-B0AADFCEB3E3}" presName="hierChild5" presStyleCnt="0"/>
      <dgm:spPr/>
    </dgm:pt>
    <dgm:pt modelId="{3F14A7CD-0D34-4FAD-8064-7FA3C22F2754}" type="pres">
      <dgm:prSet presAssocID="{1C4FF66A-4B0E-4B51-A605-3AEF808FED25}" presName="Name37" presStyleLbl="parChTrans1D3" presStyleIdx="13" presStyleCnt="15"/>
      <dgm:spPr/>
    </dgm:pt>
    <dgm:pt modelId="{5E111051-B8A0-4281-8F5C-6DA35272D4DA}" type="pres">
      <dgm:prSet presAssocID="{08433EAF-EEFF-437F-BABD-66976374DFCB}" presName="hierRoot2" presStyleCnt="0">
        <dgm:presLayoutVars>
          <dgm:hierBranch val="r"/>
        </dgm:presLayoutVars>
      </dgm:prSet>
      <dgm:spPr/>
    </dgm:pt>
    <dgm:pt modelId="{86A9FC63-7E5A-46EF-9BCB-88220BD83ABF}" type="pres">
      <dgm:prSet presAssocID="{08433EAF-EEFF-437F-BABD-66976374DFCB}" presName="rootComposite" presStyleCnt="0"/>
      <dgm:spPr/>
    </dgm:pt>
    <dgm:pt modelId="{1DEA3AA1-A079-4631-8D42-26132B7C5D4F}" type="pres">
      <dgm:prSet presAssocID="{08433EAF-EEFF-437F-BABD-66976374DFCB}" presName="rootText" presStyleLbl="node1" presStyleIdx="27" presStyleCnt="33">
        <dgm:presLayoutVars>
          <dgm:chMax/>
          <dgm:chPref val="3"/>
        </dgm:presLayoutVars>
      </dgm:prSet>
      <dgm:spPr/>
    </dgm:pt>
    <dgm:pt modelId="{A1A03255-6A4F-4670-AD37-6E6B4D93EA54}" type="pres">
      <dgm:prSet presAssocID="{08433EAF-EEFF-437F-BABD-66976374DFCB}" presName="titleText2" presStyleLbl="fgAcc1" presStyleIdx="27" presStyleCnt="33" custScaleX="120305" custScaleY="103380" custLinFactNeighborX="12427" custLinFactNeighborY="1493">
        <dgm:presLayoutVars>
          <dgm:chMax val="0"/>
          <dgm:chPref val="0"/>
        </dgm:presLayoutVars>
      </dgm:prSet>
      <dgm:spPr/>
    </dgm:pt>
    <dgm:pt modelId="{B20683F5-A281-4EE8-B11F-A4813290AA05}" type="pres">
      <dgm:prSet presAssocID="{08433EAF-EEFF-437F-BABD-66976374DFCB}" presName="rootConnector" presStyleLbl="node3" presStyleIdx="0" presStyleCnt="0"/>
      <dgm:spPr/>
    </dgm:pt>
    <dgm:pt modelId="{CF5D7965-3353-4361-8766-5372A2811430}" type="pres">
      <dgm:prSet presAssocID="{08433EAF-EEFF-437F-BABD-66976374DFCB}" presName="hierChild4" presStyleCnt="0"/>
      <dgm:spPr/>
    </dgm:pt>
    <dgm:pt modelId="{6C468357-DB22-4D78-B8E1-58868F49A9D0}" type="pres">
      <dgm:prSet presAssocID="{670174DD-450D-4AC6-AA6C-32E83EAE835D}" presName="Name44" presStyleLbl="parChTrans1D4" presStyleIdx="10" presStyleCnt="14"/>
      <dgm:spPr/>
    </dgm:pt>
    <dgm:pt modelId="{F25CC8A1-3937-4F55-993D-FC2F621F0F87}" type="pres">
      <dgm:prSet presAssocID="{D3EABCD6-4DA8-4BAA-89C4-6CDA38E4E6D3}" presName="hierRoot2" presStyleCnt="0">
        <dgm:presLayoutVars>
          <dgm:hierBranch val="init"/>
        </dgm:presLayoutVars>
      </dgm:prSet>
      <dgm:spPr/>
    </dgm:pt>
    <dgm:pt modelId="{FEEC0F32-79BB-400D-9A7D-415D8CCDF1C0}" type="pres">
      <dgm:prSet presAssocID="{D3EABCD6-4DA8-4BAA-89C4-6CDA38E4E6D3}" presName="rootComposite" presStyleCnt="0"/>
      <dgm:spPr/>
    </dgm:pt>
    <dgm:pt modelId="{DCF6720C-BC3A-45B6-92D2-61DA17E3EA51}" type="pres">
      <dgm:prSet presAssocID="{D3EABCD6-4DA8-4BAA-89C4-6CDA38E4E6D3}" presName="rootText" presStyleLbl="node1" presStyleIdx="28" presStyleCnt="33">
        <dgm:presLayoutVars>
          <dgm:chMax/>
          <dgm:chPref val="3"/>
        </dgm:presLayoutVars>
      </dgm:prSet>
      <dgm:spPr/>
    </dgm:pt>
    <dgm:pt modelId="{222808C5-228F-4845-9C07-0450D6740F9C}" type="pres">
      <dgm:prSet presAssocID="{D3EABCD6-4DA8-4BAA-89C4-6CDA38E4E6D3}" presName="titleText2" presStyleLbl="fgAcc1" presStyleIdx="28" presStyleCnt="33">
        <dgm:presLayoutVars>
          <dgm:chMax val="0"/>
          <dgm:chPref val="0"/>
        </dgm:presLayoutVars>
      </dgm:prSet>
      <dgm:spPr/>
    </dgm:pt>
    <dgm:pt modelId="{8114110E-E92F-4CC7-A00E-FC93681AA853}" type="pres">
      <dgm:prSet presAssocID="{D3EABCD6-4DA8-4BAA-89C4-6CDA38E4E6D3}" presName="rootConnector" presStyleLbl="node4" presStyleIdx="0" presStyleCnt="0"/>
      <dgm:spPr/>
    </dgm:pt>
    <dgm:pt modelId="{149DD162-4B2E-42C2-9B9F-2B50F6BF34A8}" type="pres">
      <dgm:prSet presAssocID="{D3EABCD6-4DA8-4BAA-89C4-6CDA38E4E6D3}" presName="hierChild4" presStyleCnt="0"/>
      <dgm:spPr/>
    </dgm:pt>
    <dgm:pt modelId="{769B7AB9-BE8C-4504-BB7D-869D50C606F8}" type="pres">
      <dgm:prSet presAssocID="{D3EABCD6-4DA8-4BAA-89C4-6CDA38E4E6D3}" presName="hierChild5" presStyleCnt="0"/>
      <dgm:spPr/>
    </dgm:pt>
    <dgm:pt modelId="{5135F630-0F3D-40C2-8278-CDE7A6C318D4}" type="pres">
      <dgm:prSet presAssocID="{08433EAF-EEFF-437F-BABD-66976374DFCB}" presName="hierChild5" presStyleCnt="0"/>
      <dgm:spPr/>
    </dgm:pt>
    <dgm:pt modelId="{06756CD2-EA04-4312-91B8-E5474A53F2E0}" type="pres">
      <dgm:prSet presAssocID="{B3044F82-D1C7-4EFC-A90E-308D8535DC34}" presName="Name37" presStyleLbl="parChTrans1D3" presStyleIdx="14" presStyleCnt="15"/>
      <dgm:spPr/>
    </dgm:pt>
    <dgm:pt modelId="{0CF3BA58-7EBB-4072-BBC9-732C229540DB}" type="pres">
      <dgm:prSet presAssocID="{B7AE20F2-C78D-4386-846B-611B2A0DDC40}" presName="hierRoot2" presStyleCnt="0">
        <dgm:presLayoutVars>
          <dgm:hierBranch val="r"/>
        </dgm:presLayoutVars>
      </dgm:prSet>
      <dgm:spPr/>
    </dgm:pt>
    <dgm:pt modelId="{2078A5E3-E9B2-4F50-9C75-2EA1D879799E}" type="pres">
      <dgm:prSet presAssocID="{B7AE20F2-C78D-4386-846B-611B2A0DDC40}" presName="rootComposite" presStyleCnt="0"/>
      <dgm:spPr/>
    </dgm:pt>
    <dgm:pt modelId="{0FACBF82-A022-4DD2-9212-717A41F27A9E}" type="pres">
      <dgm:prSet presAssocID="{B7AE20F2-C78D-4386-846B-611B2A0DDC40}" presName="rootText" presStyleLbl="node1" presStyleIdx="29" presStyleCnt="33">
        <dgm:presLayoutVars>
          <dgm:chMax/>
          <dgm:chPref val="3"/>
        </dgm:presLayoutVars>
      </dgm:prSet>
      <dgm:spPr/>
    </dgm:pt>
    <dgm:pt modelId="{FC3849CA-F21B-49CB-A423-D5548F5366D7}" type="pres">
      <dgm:prSet presAssocID="{B7AE20F2-C78D-4386-846B-611B2A0DDC40}" presName="titleText2" presStyleLbl="fgAcc1" presStyleIdx="29" presStyleCnt="33" custScaleX="92793" custScaleY="93428" custLinFactNeighborX="-1614" custLinFactNeighborY="11072">
        <dgm:presLayoutVars>
          <dgm:chMax val="0"/>
          <dgm:chPref val="0"/>
        </dgm:presLayoutVars>
      </dgm:prSet>
      <dgm:spPr/>
    </dgm:pt>
    <dgm:pt modelId="{8B1274CF-A6D3-47BB-8CA4-1506C25B23AC}" type="pres">
      <dgm:prSet presAssocID="{B7AE20F2-C78D-4386-846B-611B2A0DDC40}" presName="rootConnector" presStyleLbl="node3" presStyleIdx="0" presStyleCnt="0"/>
      <dgm:spPr/>
    </dgm:pt>
    <dgm:pt modelId="{82F6B5DB-E783-4EF3-9F32-AE4113300788}" type="pres">
      <dgm:prSet presAssocID="{B7AE20F2-C78D-4386-846B-611B2A0DDC40}" presName="hierChild4" presStyleCnt="0"/>
      <dgm:spPr/>
    </dgm:pt>
    <dgm:pt modelId="{DCC035EE-6056-41ED-B3EF-6FDFE6C476DA}" type="pres">
      <dgm:prSet presAssocID="{CF4F163D-B451-4E02-9C0B-269E6340ECB6}" presName="Name44" presStyleLbl="parChTrans1D4" presStyleIdx="11" presStyleCnt="14"/>
      <dgm:spPr/>
    </dgm:pt>
    <dgm:pt modelId="{2F5B77D8-09BA-42E2-88FA-BEBCD9CEA528}" type="pres">
      <dgm:prSet presAssocID="{00047C46-B07F-46C0-81AA-B41688F01E4A}" presName="hierRoot2" presStyleCnt="0">
        <dgm:presLayoutVars>
          <dgm:hierBranch val="init"/>
        </dgm:presLayoutVars>
      </dgm:prSet>
      <dgm:spPr/>
    </dgm:pt>
    <dgm:pt modelId="{11892975-CF5C-4EBA-B0BF-B5D014C68907}" type="pres">
      <dgm:prSet presAssocID="{00047C46-B07F-46C0-81AA-B41688F01E4A}" presName="rootComposite" presStyleCnt="0"/>
      <dgm:spPr/>
    </dgm:pt>
    <dgm:pt modelId="{B3CC2B4A-5E78-4762-8861-D1C6C362D903}" type="pres">
      <dgm:prSet presAssocID="{00047C46-B07F-46C0-81AA-B41688F01E4A}" presName="rootText" presStyleLbl="node1" presStyleIdx="30" presStyleCnt="33">
        <dgm:presLayoutVars>
          <dgm:chMax/>
          <dgm:chPref val="3"/>
        </dgm:presLayoutVars>
      </dgm:prSet>
      <dgm:spPr/>
    </dgm:pt>
    <dgm:pt modelId="{65BDCBAF-3101-404B-946D-2BDBC04C6774}" type="pres">
      <dgm:prSet presAssocID="{00047C46-B07F-46C0-81AA-B41688F01E4A}" presName="titleText2" presStyleLbl="fgAcc1" presStyleIdx="30" presStyleCnt="33">
        <dgm:presLayoutVars>
          <dgm:chMax val="0"/>
          <dgm:chPref val="0"/>
        </dgm:presLayoutVars>
      </dgm:prSet>
      <dgm:spPr/>
    </dgm:pt>
    <dgm:pt modelId="{2F4E6C1A-4E15-42C1-87F6-6526726AC646}" type="pres">
      <dgm:prSet presAssocID="{00047C46-B07F-46C0-81AA-B41688F01E4A}" presName="rootConnector" presStyleLbl="node4" presStyleIdx="0" presStyleCnt="0"/>
      <dgm:spPr/>
    </dgm:pt>
    <dgm:pt modelId="{7614CF91-3EC2-45EF-A294-917455038808}" type="pres">
      <dgm:prSet presAssocID="{00047C46-B07F-46C0-81AA-B41688F01E4A}" presName="hierChild4" presStyleCnt="0"/>
      <dgm:spPr/>
    </dgm:pt>
    <dgm:pt modelId="{607E4997-7B8B-446E-B271-C40B9A723F63}" type="pres">
      <dgm:prSet presAssocID="{00047C46-B07F-46C0-81AA-B41688F01E4A}" presName="hierChild5" presStyleCnt="0"/>
      <dgm:spPr/>
    </dgm:pt>
    <dgm:pt modelId="{85DA11DE-AD3C-4B49-8C96-04A129C72590}" type="pres">
      <dgm:prSet presAssocID="{B199E84B-1AEA-4485-9B0B-DF0125835FF7}" presName="Name44" presStyleLbl="parChTrans1D4" presStyleIdx="12" presStyleCnt="14"/>
      <dgm:spPr/>
    </dgm:pt>
    <dgm:pt modelId="{CB4FFB3D-49CD-4E5D-A2FC-2540EAA34EDE}" type="pres">
      <dgm:prSet presAssocID="{35290512-F18A-47CF-B918-2D2DE037D5A9}" presName="hierRoot2" presStyleCnt="0">
        <dgm:presLayoutVars>
          <dgm:hierBranch val="init"/>
        </dgm:presLayoutVars>
      </dgm:prSet>
      <dgm:spPr/>
    </dgm:pt>
    <dgm:pt modelId="{04ECCD81-252A-450E-A77A-29D8123C5803}" type="pres">
      <dgm:prSet presAssocID="{35290512-F18A-47CF-B918-2D2DE037D5A9}" presName="rootComposite" presStyleCnt="0"/>
      <dgm:spPr/>
    </dgm:pt>
    <dgm:pt modelId="{7C21743D-3A06-47AD-B65C-13C6184828B0}" type="pres">
      <dgm:prSet presAssocID="{35290512-F18A-47CF-B918-2D2DE037D5A9}" presName="rootText" presStyleLbl="node1" presStyleIdx="31" presStyleCnt="33">
        <dgm:presLayoutVars>
          <dgm:chMax/>
          <dgm:chPref val="3"/>
        </dgm:presLayoutVars>
      </dgm:prSet>
      <dgm:spPr/>
    </dgm:pt>
    <dgm:pt modelId="{19BCD064-21BA-4838-8559-31DA27A5DA3C}" type="pres">
      <dgm:prSet presAssocID="{35290512-F18A-47CF-B918-2D2DE037D5A9}" presName="titleText2" presStyleLbl="fgAcc1" presStyleIdx="31" presStyleCnt="33">
        <dgm:presLayoutVars>
          <dgm:chMax val="0"/>
          <dgm:chPref val="0"/>
        </dgm:presLayoutVars>
      </dgm:prSet>
      <dgm:spPr/>
    </dgm:pt>
    <dgm:pt modelId="{66EBAABA-58F1-4C42-851F-185BC32A8821}" type="pres">
      <dgm:prSet presAssocID="{35290512-F18A-47CF-B918-2D2DE037D5A9}" presName="rootConnector" presStyleLbl="node4" presStyleIdx="0" presStyleCnt="0"/>
      <dgm:spPr/>
    </dgm:pt>
    <dgm:pt modelId="{CEA37AB6-CB9B-4E77-8091-9C055B5DC0AF}" type="pres">
      <dgm:prSet presAssocID="{35290512-F18A-47CF-B918-2D2DE037D5A9}" presName="hierChild4" presStyleCnt="0"/>
      <dgm:spPr/>
    </dgm:pt>
    <dgm:pt modelId="{EB8D0C2E-8111-40BD-8805-65518C5E94DC}" type="pres">
      <dgm:prSet presAssocID="{35290512-F18A-47CF-B918-2D2DE037D5A9}" presName="hierChild5" presStyleCnt="0"/>
      <dgm:spPr/>
    </dgm:pt>
    <dgm:pt modelId="{BB41D771-D2B6-4E9C-BD08-6EEA86B075CF}" type="pres">
      <dgm:prSet presAssocID="{C0A783E5-F263-4C0F-8FF0-0B855A6E78E3}" presName="Name44" presStyleLbl="parChTrans1D4" presStyleIdx="13" presStyleCnt="14"/>
      <dgm:spPr/>
    </dgm:pt>
    <dgm:pt modelId="{80DA58AE-18BC-4634-9428-8DBDF6E4BEDD}" type="pres">
      <dgm:prSet presAssocID="{3001156F-B6E3-4E28-AC11-040E331AFB9E}" presName="hierRoot2" presStyleCnt="0">
        <dgm:presLayoutVars>
          <dgm:hierBranch val="init"/>
        </dgm:presLayoutVars>
      </dgm:prSet>
      <dgm:spPr/>
    </dgm:pt>
    <dgm:pt modelId="{E6ED6D88-CDFC-4EB8-AA43-EC1962446541}" type="pres">
      <dgm:prSet presAssocID="{3001156F-B6E3-4E28-AC11-040E331AFB9E}" presName="rootComposite" presStyleCnt="0"/>
      <dgm:spPr/>
    </dgm:pt>
    <dgm:pt modelId="{001960A0-48E9-4F4A-8944-1D7F333E20DE}" type="pres">
      <dgm:prSet presAssocID="{3001156F-B6E3-4E28-AC11-040E331AFB9E}" presName="rootText" presStyleLbl="node1" presStyleIdx="32" presStyleCnt="33">
        <dgm:presLayoutVars>
          <dgm:chMax/>
          <dgm:chPref val="3"/>
        </dgm:presLayoutVars>
      </dgm:prSet>
      <dgm:spPr/>
    </dgm:pt>
    <dgm:pt modelId="{B97E9DD8-49DB-4AA0-8DDA-78CA45E3A56A}" type="pres">
      <dgm:prSet presAssocID="{3001156F-B6E3-4E28-AC11-040E331AFB9E}" presName="titleText2" presStyleLbl="fgAcc1" presStyleIdx="32" presStyleCnt="33">
        <dgm:presLayoutVars>
          <dgm:chMax val="0"/>
          <dgm:chPref val="0"/>
        </dgm:presLayoutVars>
      </dgm:prSet>
      <dgm:spPr/>
    </dgm:pt>
    <dgm:pt modelId="{70241CAC-8D7B-4AEB-9441-F36668B21ACE}" type="pres">
      <dgm:prSet presAssocID="{3001156F-B6E3-4E28-AC11-040E331AFB9E}" presName="rootConnector" presStyleLbl="node4" presStyleIdx="0" presStyleCnt="0"/>
      <dgm:spPr/>
    </dgm:pt>
    <dgm:pt modelId="{A6DE33BC-FAE1-4BF1-97F9-F2E3A2F8AE2D}" type="pres">
      <dgm:prSet presAssocID="{3001156F-B6E3-4E28-AC11-040E331AFB9E}" presName="hierChild4" presStyleCnt="0"/>
      <dgm:spPr/>
    </dgm:pt>
    <dgm:pt modelId="{78A0DD4B-72EC-41C4-A0AC-04B2B669DDD0}" type="pres">
      <dgm:prSet presAssocID="{3001156F-B6E3-4E28-AC11-040E331AFB9E}" presName="hierChild5" presStyleCnt="0"/>
      <dgm:spPr/>
    </dgm:pt>
    <dgm:pt modelId="{D6D20A70-457A-484F-9040-78CB0EB36DEC}" type="pres">
      <dgm:prSet presAssocID="{B7AE20F2-C78D-4386-846B-611B2A0DDC40}" presName="hierChild5" presStyleCnt="0"/>
      <dgm:spPr/>
    </dgm:pt>
    <dgm:pt modelId="{A26CF340-F8B8-46CE-AD3F-8E889B8E5C0E}" type="pres">
      <dgm:prSet presAssocID="{71B725DD-F289-47F1-9C35-B115ADD78222}" presName="hierChild5" presStyleCnt="0"/>
      <dgm:spPr/>
    </dgm:pt>
    <dgm:pt modelId="{91135115-63C7-4BA4-8603-F3EF9E27B209}" type="pres">
      <dgm:prSet presAssocID="{0717C847-3E77-48D6-B2EC-A34FDF2E43DF}" presName="hierChild3" presStyleCnt="0"/>
      <dgm:spPr/>
    </dgm:pt>
    <dgm:pt modelId="{998DD542-F7EA-4360-A854-56BC4A476AE7}" type="pres">
      <dgm:prSet presAssocID="{EAE7C4AF-88DC-4D41-A4C3-12D0DD0FA042}" presName="Name96" presStyleLbl="parChTrans1D2" presStyleIdx="4" presStyleCnt="5"/>
      <dgm:spPr/>
    </dgm:pt>
    <dgm:pt modelId="{6898EB0D-F32A-4A9F-8131-4018448E6052}" type="pres">
      <dgm:prSet presAssocID="{663CADD7-00F6-4242-AF1D-FE3D44DBC438}" presName="hierRoot3" presStyleCnt="0">
        <dgm:presLayoutVars>
          <dgm:hierBranch val="r"/>
        </dgm:presLayoutVars>
      </dgm:prSet>
      <dgm:spPr/>
    </dgm:pt>
    <dgm:pt modelId="{ADCBFEB6-1FBD-4E6E-97E3-D2C897A5798B}" type="pres">
      <dgm:prSet presAssocID="{663CADD7-00F6-4242-AF1D-FE3D44DBC438}" presName="rootComposite3" presStyleCnt="0"/>
      <dgm:spPr/>
    </dgm:pt>
    <dgm:pt modelId="{850E22CA-BB19-4905-99CE-1BA601CBFCCD}" type="pres">
      <dgm:prSet presAssocID="{663CADD7-00F6-4242-AF1D-FE3D44DBC438}" presName="rootText3" presStyleLbl="asst1" presStyleIdx="0" presStyleCnt="1">
        <dgm:presLayoutVars>
          <dgm:chPref val="3"/>
        </dgm:presLayoutVars>
      </dgm:prSet>
      <dgm:spPr/>
    </dgm:pt>
    <dgm:pt modelId="{1E73E35F-9D2D-4F86-AE21-6CE3507EEDBD}" type="pres">
      <dgm:prSet presAssocID="{663CADD7-00F6-4242-AF1D-FE3D44DBC438}" presName="titleText3" presStyleLbl="fgAcc2" presStyleIdx="0" presStyleCnt="1">
        <dgm:presLayoutVars>
          <dgm:chMax val="0"/>
          <dgm:chPref val="0"/>
        </dgm:presLayoutVars>
      </dgm:prSet>
      <dgm:spPr/>
    </dgm:pt>
    <dgm:pt modelId="{38FA17E2-0F01-4D32-90FA-7A54CE2010E9}" type="pres">
      <dgm:prSet presAssocID="{663CADD7-00F6-4242-AF1D-FE3D44DBC438}" presName="rootConnector3" presStyleLbl="asst1" presStyleIdx="0" presStyleCnt="1"/>
      <dgm:spPr/>
    </dgm:pt>
    <dgm:pt modelId="{8F477026-7951-4CE0-8C62-DB545B001F5D}" type="pres">
      <dgm:prSet presAssocID="{663CADD7-00F6-4242-AF1D-FE3D44DBC438}" presName="hierChild6" presStyleCnt="0"/>
      <dgm:spPr/>
    </dgm:pt>
    <dgm:pt modelId="{A605CD59-89FA-4011-9ED9-6A37FD7ABB00}" type="pres">
      <dgm:prSet presAssocID="{663CADD7-00F6-4242-AF1D-FE3D44DBC438}" presName="hierChild7" presStyleCnt="0"/>
      <dgm:spPr/>
    </dgm:pt>
  </dgm:ptLst>
  <dgm:cxnLst>
    <dgm:cxn modelId="{F1F34301-59EF-40ED-A8B3-5E4FA2F64637}" type="presOf" srcId="{3214CE0B-35D0-4B2B-B0AC-331DE7EEFC4F}" destId="{602EDC90-519B-4872-B272-58C22562736C}" srcOrd="1" destOrd="0" presId="urn:microsoft.com/office/officeart/2008/layout/NameandTitleOrganizationalChart"/>
    <dgm:cxn modelId="{D29B2808-1768-4533-8963-C3DD0BDA4208}" type="presOf" srcId="{75C65239-DE6E-42D6-B100-46C561F71F00}" destId="{B97E9DD8-49DB-4AA0-8DDA-78CA45E3A56A}" srcOrd="0" destOrd="0" presId="urn:microsoft.com/office/officeart/2008/layout/NameandTitleOrganizationalChart"/>
    <dgm:cxn modelId="{E5AE2609-881F-4CA8-A405-481CD02532B9}" srcId="{477DD275-990A-40A4-83D3-B030EBF1A6B7}" destId="{E2EF1340-CDBC-4572-8A3F-FF4D1AB9DA7F}" srcOrd="1" destOrd="0" parTransId="{D9A5C21B-B13E-4CB7-B1B8-BAC51F816298}" sibTransId="{0B51E91A-A0C0-48E0-80D4-A3357D22D927}"/>
    <dgm:cxn modelId="{FB585E0B-E2CE-4A75-89A2-8879F7A7B3C8}" type="presOf" srcId="{1C4FF66A-4B0E-4B51-A605-3AEF808FED25}" destId="{3F14A7CD-0D34-4FAD-8064-7FA3C22F2754}" srcOrd="0" destOrd="0" presId="urn:microsoft.com/office/officeart/2008/layout/NameandTitleOrganizationalChart"/>
    <dgm:cxn modelId="{9C2AC80B-E42F-4EF3-99CB-3CACA1108F09}" srcId="{605A44B3-32F9-4471-8034-B80A8F70A47E}" destId="{23FBFD10-0C6F-4E44-BE60-CA55F3E17825}" srcOrd="4" destOrd="0" parTransId="{EFB385FF-53B3-4B39-954A-57BC22F2945D}" sibTransId="{094CD4CF-A938-45D2-9EF8-9B9C8341ECCA}"/>
    <dgm:cxn modelId="{CE4A890C-E5BA-42B7-A53F-CB1F6F8B386D}" type="presOf" srcId="{C16FA09E-D046-4CD1-953C-C311AB77F6D9}" destId="{30206EEB-EBB5-4722-A54A-58669DB2D140}" srcOrd="0" destOrd="0" presId="urn:microsoft.com/office/officeart/2008/layout/NameandTitleOrganizationalChart"/>
    <dgm:cxn modelId="{5AC0BC0C-834E-4853-A7B7-7A7725E5CD35}" type="presOf" srcId="{00047C46-B07F-46C0-81AA-B41688F01E4A}" destId="{B3CC2B4A-5E78-4762-8861-D1C6C362D903}" srcOrd="0" destOrd="0" presId="urn:microsoft.com/office/officeart/2008/layout/NameandTitleOrganizationalChart"/>
    <dgm:cxn modelId="{B756ED0E-F0BF-45B5-BDE4-A7E951718BD3}" srcId="{08433EAF-EEFF-437F-BABD-66976374DFCB}" destId="{D3EABCD6-4DA8-4BAA-89C4-6CDA38E4E6D3}" srcOrd="0" destOrd="0" parTransId="{670174DD-450D-4AC6-AA6C-32E83EAE835D}" sibTransId="{6276AD4A-1127-437F-804C-120530B95606}"/>
    <dgm:cxn modelId="{6A34ED0F-9F7B-49F1-ACBD-B747387CF11C}" type="presOf" srcId="{89E92182-B352-418F-BFF6-09253DF42839}" destId="{02818061-BF60-43B0-A0FC-C5E759F4CBBE}" srcOrd="0" destOrd="0" presId="urn:microsoft.com/office/officeart/2008/layout/NameandTitleOrganizationalChart"/>
    <dgm:cxn modelId="{E3706710-8E85-404C-9C19-064499A4E84D}" type="presOf" srcId="{024523B0-DB3D-4F04-B31F-5D00D571CEB8}" destId="{5FCBB0CE-38CE-47BE-A64A-6D453C6BE728}" srcOrd="0" destOrd="0" presId="urn:microsoft.com/office/officeart/2008/layout/NameandTitleOrganizationalChart"/>
    <dgm:cxn modelId="{1E9A8C12-4215-48E3-9C4D-CCBE17549C70}" type="presOf" srcId="{60317FF3-6206-4E67-BE46-F29EEEEC1D7E}" destId="{082E3CB7-FB47-469F-953C-16F352D318D0}" srcOrd="0" destOrd="0" presId="urn:microsoft.com/office/officeart/2008/layout/NameandTitleOrganizationalChart"/>
    <dgm:cxn modelId="{D1704714-F5E7-418C-B0DF-4F03FE45FFF1}" type="presOf" srcId="{6244FC6E-8D6B-4FCD-96B6-E62DF280E943}" destId="{87F008DE-75E2-4F37-8D5A-CA6698677B61}" srcOrd="0" destOrd="0" presId="urn:microsoft.com/office/officeart/2008/layout/NameandTitleOrganizationalChart"/>
    <dgm:cxn modelId="{B5FE0A15-2DD1-45EC-8346-3FBC92006232}" type="presOf" srcId="{918A0052-E1DA-4C2B-8784-D18B8BC9B2A3}" destId="{06F5D158-7A0E-4F50-9CFE-1F257A0BAEA9}" srcOrd="0" destOrd="0" presId="urn:microsoft.com/office/officeart/2008/layout/NameandTitleOrganizationalChart"/>
    <dgm:cxn modelId="{0304B017-5B7E-431D-85AF-4A63D312DDBC}" type="presOf" srcId="{5AAFC57F-236F-4F55-9C8D-B80348FC5C86}" destId="{6C0EEF51-FD3D-4AF5-9A09-036C03BC8D2F}" srcOrd="0" destOrd="0" presId="urn:microsoft.com/office/officeart/2008/layout/NameandTitleOrganizationalChart"/>
    <dgm:cxn modelId="{AF16EC18-2DE0-46A5-9709-18C2CCA80EB1}" srcId="{1939C5F3-A28F-4205-B71F-B0AADFCEB3E3}" destId="{198FD393-29B0-4203-AB4C-5CC991AF008E}" srcOrd="2" destOrd="0" parTransId="{ECB9CB01-BD52-4BF1-BCDA-E15A6BDC931B}" sibTransId="{6244FC6E-8D6B-4FCD-96B6-E62DF280E943}"/>
    <dgm:cxn modelId="{C4D0871B-3C1B-4158-8B76-51AE3B15584D}" type="presOf" srcId="{152BD4D9-6C80-4FF3-BFFC-2DC5EFFB884E}" destId="{EA79137E-4FC8-4002-BF7E-FD0A10C8B0FA}" srcOrd="0" destOrd="0" presId="urn:microsoft.com/office/officeart/2008/layout/NameandTitleOrganizationalChart"/>
    <dgm:cxn modelId="{426C2C24-89C1-4138-998C-64823DD62D1E}" type="presOf" srcId="{CF4F163D-B451-4E02-9C0B-269E6340ECB6}" destId="{DCC035EE-6056-41ED-B3EF-6FDFE6C476DA}" srcOrd="0" destOrd="0" presId="urn:microsoft.com/office/officeart/2008/layout/NameandTitleOrganizationalChart"/>
    <dgm:cxn modelId="{44E0C125-28BC-4D05-B0DC-0883194C4F1D}" type="presOf" srcId="{5F32C9FA-9D2A-476F-A57D-5FB5BC97D2DD}" destId="{3FF4A8B8-5673-45E7-93ED-6F6898603707}" srcOrd="0" destOrd="0" presId="urn:microsoft.com/office/officeart/2008/layout/NameandTitleOrganizationalChart"/>
    <dgm:cxn modelId="{F33D5B27-C083-4B47-8A32-040FD69A9C02}" srcId="{605A44B3-32F9-4471-8034-B80A8F70A47E}" destId="{B4277FCB-10EB-4B97-855B-42E6953BC8F2}" srcOrd="5" destOrd="0" parTransId="{B875CD3F-559A-49CF-AC16-B02E6BA032EC}" sibTransId="{89E92182-B352-418F-BFF6-09253DF42839}"/>
    <dgm:cxn modelId="{81755227-F526-4CE0-B13A-9BBA49F54AA0}" type="presOf" srcId="{3001156F-B6E3-4E28-AC11-040E331AFB9E}" destId="{70241CAC-8D7B-4AEB-9441-F36668B21ACE}" srcOrd="1" destOrd="0" presId="urn:microsoft.com/office/officeart/2008/layout/NameandTitleOrganizationalChart"/>
    <dgm:cxn modelId="{69514A28-AA5B-4C35-B01A-FD17F7F11FEE}" type="presOf" srcId="{4112520A-6CD0-49C3-9DD8-76F1D070D167}" destId="{1F4C9163-B03A-412C-A4A3-109E6C883D9C}" srcOrd="0" destOrd="0" presId="urn:microsoft.com/office/officeart/2008/layout/NameandTitleOrganizationalChart"/>
    <dgm:cxn modelId="{7AED6A28-DEAC-48FA-AAF4-CB5145982313}" type="presOf" srcId="{0717C847-3E77-48D6-B2EC-A34FDF2E43DF}" destId="{08B34F8F-16D7-4CE2-A4E4-C78D6CF5E3AE}" srcOrd="1" destOrd="0" presId="urn:microsoft.com/office/officeart/2008/layout/NameandTitleOrganizationalChart"/>
    <dgm:cxn modelId="{D9FA522A-FFFF-4602-95AE-6CF987DE2116}" type="presOf" srcId="{663CADD7-00F6-4242-AF1D-FE3D44DBC438}" destId="{850E22CA-BB19-4905-99CE-1BA601CBFCCD}" srcOrd="0" destOrd="0" presId="urn:microsoft.com/office/officeart/2008/layout/NameandTitleOrganizationalChart"/>
    <dgm:cxn modelId="{E1EE622B-A9EB-479F-B0DB-3069C35816F2}" type="presOf" srcId="{B607CA87-1D6C-4AA9-BE44-FA15320835CB}" destId="{70F21144-06D9-4DC0-AF02-4C31B07C6B7C}" srcOrd="1" destOrd="0" presId="urn:microsoft.com/office/officeart/2008/layout/NameandTitleOrganizationalChart"/>
    <dgm:cxn modelId="{0B498F2C-CC3F-4D07-8DC0-F116EC973392}" srcId="{81D6AD84-34D8-4D36-9A1D-6A5EFDF3B30E}" destId="{0717C847-3E77-48D6-B2EC-A34FDF2E43DF}" srcOrd="0" destOrd="0" parTransId="{4A6B2AC0-8D20-4C86-960A-AF2BBFAFB257}" sibTransId="{63C42F17-C048-4449-8675-9D764A6E9EE7}"/>
    <dgm:cxn modelId="{651A4D31-FDC0-452D-A708-71B3FB7BD8B1}" type="presOf" srcId="{DC8663AF-F595-496F-8124-5B8AEDE2A3B9}" destId="{97020D4C-C452-43ED-960A-D13D2972ADAE}" srcOrd="1" destOrd="0" presId="urn:microsoft.com/office/officeart/2008/layout/NameandTitleOrganizationalChart"/>
    <dgm:cxn modelId="{0F450132-5043-4FF2-A8A4-C6FE2F84E5FC}" type="presOf" srcId="{09D71AAC-4ED0-4061-953C-14D145DEFDEF}" destId="{6B9A24D1-C5D7-4605-A958-E487E51DF460}" srcOrd="0" destOrd="0" presId="urn:microsoft.com/office/officeart/2008/layout/NameandTitleOrganizationalChart"/>
    <dgm:cxn modelId="{68FE0232-4B6C-4E4D-9386-D5E9E6956C94}" srcId="{477DD275-990A-40A4-83D3-B030EBF1A6B7}" destId="{010B178B-D7C5-4C8A-9C2A-8CBB95599011}" srcOrd="0" destOrd="0" parTransId="{C16FA09E-D046-4CD1-953C-C311AB77F6D9}" sibTransId="{B7AFAA5A-F2DC-4503-82D0-159562940E12}"/>
    <dgm:cxn modelId="{5EF8A433-9E4F-48B7-8551-D9C608968A0E}" type="presOf" srcId="{DC8663AF-F595-496F-8124-5B8AEDE2A3B9}" destId="{9509E0B7-8B7C-4370-A1E2-7EBF365C9F6D}" srcOrd="0" destOrd="0" presId="urn:microsoft.com/office/officeart/2008/layout/NameandTitleOrganizationalChart"/>
    <dgm:cxn modelId="{03EEB635-1289-4C5C-8BFA-AB16B74FFF15}" type="presOf" srcId="{D3EABCD6-4DA8-4BAA-89C4-6CDA38E4E6D3}" destId="{8114110E-E92F-4CC7-A00E-FC93681AA853}" srcOrd="1" destOrd="0" presId="urn:microsoft.com/office/officeart/2008/layout/NameandTitleOrganizationalChart"/>
    <dgm:cxn modelId="{D0817F36-F7B0-48D3-815B-2AF66E70F136}" type="presOf" srcId="{B875CD3F-559A-49CF-AC16-B02E6BA032EC}" destId="{B9E4AF89-2031-4655-86AC-352370416A9E}" srcOrd="0" destOrd="0" presId="urn:microsoft.com/office/officeart/2008/layout/NameandTitleOrganizationalChart"/>
    <dgm:cxn modelId="{BFF72837-C195-465D-9607-A6FC4D95B789}" srcId="{1939C5F3-A28F-4205-B71F-B0AADFCEB3E3}" destId="{ECAB0F16-4442-4E64-A063-C495A68F8265}" srcOrd="1" destOrd="0" parTransId="{ED7DC321-AF36-473E-98E3-46BA658EE9BC}" sibTransId="{69DCFC39-9B14-4401-96C0-D34FC1D3B9AD}"/>
    <dgm:cxn modelId="{063A7F3A-6CD6-48C1-9632-15D351D826A4}" type="presOf" srcId="{EFB385FF-53B3-4B39-954A-57BC22F2945D}" destId="{2D66C008-556C-4DD2-9FFD-3B1690795FEC}" srcOrd="0" destOrd="0" presId="urn:microsoft.com/office/officeart/2008/layout/NameandTitleOrganizationalChart"/>
    <dgm:cxn modelId="{CF28163C-6F83-4AFA-8266-EF0F388F19D0}" srcId="{0717C847-3E77-48D6-B2EC-A34FDF2E43DF}" destId="{71B725DD-F289-47F1-9C35-B115ADD78222}" srcOrd="3" destOrd="0" parTransId="{5AAFC57F-236F-4F55-9C8D-B80348FC5C86}" sibTransId="{C9081940-B274-481E-BF61-60693B7CF411}"/>
    <dgm:cxn modelId="{BAC6813D-BC37-4DC2-A636-B33F86C17058}" type="presOf" srcId="{29E00B6F-A451-40D2-9FB8-1C6237CD1E8F}" destId="{65BDCBAF-3101-404B-946D-2BDBC04C6774}" srcOrd="0" destOrd="0" presId="urn:microsoft.com/office/officeart/2008/layout/NameandTitleOrganizationalChart"/>
    <dgm:cxn modelId="{8AB9C23E-A16A-4903-9769-06CC54C4E9E3}" type="presOf" srcId="{B4277FCB-10EB-4B97-855B-42E6953BC8F2}" destId="{E863BBC4-B9AA-4F8D-8572-819DE6800C2A}" srcOrd="0" destOrd="0" presId="urn:microsoft.com/office/officeart/2008/layout/NameandTitleOrganizationalChart"/>
    <dgm:cxn modelId="{B9EF7B5D-BCB2-47F5-9419-DE7DC275B068}" type="presOf" srcId="{D285BD4D-8C76-4F27-B9F0-609CBBCC1D7D}" destId="{C6832F15-5F5C-4A03-8A60-35FA7A755181}" srcOrd="0" destOrd="0" presId="urn:microsoft.com/office/officeart/2008/layout/NameandTitleOrganizationalChart"/>
    <dgm:cxn modelId="{92B2F35E-D36A-41DD-AC97-F05E04989807}" type="presOf" srcId="{EB22666A-5F0B-4129-A9A1-89D2444AF8E2}" destId="{0D19D584-5F8D-4C38-A535-62FDC50C0C57}" srcOrd="0" destOrd="0" presId="urn:microsoft.com/office/officeart/2008/layout/NameandTitleOrganizationalChart"/>
    <dgm:cxn modelId="{A40F8661-76DE-47DD-B67C-C71B5357A70F}" type="presOf" srcId="{3192FB16-240D-488B-B26E-DA5899E6AB59}" destId="{12E9E648-A75A-4F66-83B6-EC46111BFB7E}" srcOrd="0" destOrd="0" presId="urn:microsoft.com/office/officeart/2008/layout/NameandTitleOrganizationalChart"/>
    <dgm:cxn modelId="{85B86943-B91F-4A2F-92AF-4D25821DFAE8}" type="presOf" srcId="{23FBFD10-0C6F-4E44-BE60-CA55F3E17825}" destId="{66CE3280-A680-4C0F-8FDE-2F23460044F6}" srcOrd="1" destOrd="0" presId="urn:microsoft.com/office/officeart/2008/layout/NameandTitleOrganizationalChart"/>
    <dgm:cxn modelId="{E8B27343-362D-4F01-897B-FF9499B85F06}" type="presOf" srcId="{12DBED5B-CC92-42E2-B096-3C6C2CDA15CC}" destId="{A51FC128-D316-4DA8-9F47-B4D239270936}" srcOrd="0" destOrd="0" presId="urn:microsoft.com/office/officeart/2008/layout/NameandTitleOrganizationalChart"/>
    <dgm:cxn modelId="{76ACBF63-2CBC-4E7D-8EF3-D24B61C4970C}" type="presOf" srcId="{DDA4BEF9-A145-43FA-AD84-06E1A132338F}" destId="{27892619-8919-4962-A471-F880A130CA03}" srcOrd="0" destOrd="0" presId="urn:microsoft.com/office/officeart/2008/layout/NameandTitleOrganizationalChart"/>
    <dgm:cxn modelId="{74E2E065-7649-4D12-9EAE-6C77471A7628}" srcId="{C14316F2-BC6F-435B-A25C-F8927F85C198}" destId="{DDA4BEF9-A145-43FA-AD84-06E1A132338F}" srcOrd="0" destOrd="0" parTransId="{5508C3A9-D713-43C2-B20C-45B06C0082C9}" sibTransId="{152BD4D9-6C80-4FF3-BFFC-2DC5EFFB884E}"/>
    <dgm:cxn modelId="{09FEB566-99BC-4167-A786-C1968066D813}" type="presOf" srcId="{ACD94B9E-B926-43BF-B2BE-890CF3E1DEFF}" destId="{BA1C2FB4-946B-463A-9F79-C0B24C436A79}" srcOrd="0" destOrd="0" presId="urn:microsoft.com/office/officeart/2008/layout/NameandTitleOrganizationalChart"/>
    <dgm:cxn modelId="{9E804947-D565-404F-BBF3-969388F51E4E}" srcId="{605A44B3-32F9-4471-8034-B80A8F70A47E}" destId="{3214CE0B-35D0-4B2B-B0AC-331DE7EEFC4F}" srcOrd="0" destOrd="0" parTransId="{67D183D5-237F-4C6B-96A1-212FD1E721A7}" sibTransId="{5A356616-ED90-4A8E-9491-2033708CC082}"/>
    <dgm:cxn modelId="{D242F068-313D-4402-8082-47AE7F079DD5}" type="presOf" srcId="{3214CE0B-35D0-4B2B-B0AC-331DE7EEFC4F}" destId="{256F3121-7B3B-4061-A478-31A24CB8628C}" srcOrd="0" destOrd="0" presId="urn:microsoft.com/office/officeart/2008/layout/NameandTitleOrganizationalChart"/>
    <dgm:cxn modelId="{AA6E4B49-BC92-470A-9EC6-F87A0752ADEC}" type="presOf" srcId="{0717C847-3E77-48D6-B2EC-A34FDF2E43DF}" destId="{A8564275-2598-421B-A0F6-07CB807724C4}" srcOrd="0" destOrd="0" presId="urn:microsoft.com/office/officeart/2008/layout/NameandTitleOrganizationalChart"/>
    <dgm:cxn modelId="{AD87426A-CED0-4A53-B13B-548E136C0931}" srcId="{71B725DD-F289-47F1-9C35-B115ADD78222}" destId="{08433EAF-EEFF-437F-BABD-66976374DFCB}" srcOrd="3" destOrd="0" parTransId="{1C4FF66A-4B0E-4B51-A605-3AEF808FED25}" sibTransId="{0725634E-FD95-4C52-8CB9-57AB556018EC}"/>
    <dgm:cxn modelId="{0EAFE64A-5CD1-4229-9BD3-EB97807D0DF1}" type="presOf" srcId="{094CD4CF-A938-45D2-9EF8-9B9C8341ECCA}" destId="{643804CE-6D87-4A4F-84FD-7CAE22CE3754}" srcOrd="0" destOrd="0" presId="urn:microsoft.com/office/officeart/2008/layout/NameandTitleOrganizationalChart"/>
    <dgm:cxn modelId="{3630996C-C69B-4F72-8E8E-0CFCCBF734EC}" type="presOf" srcId="{B7AE20F2-C78D-4386-846B-611B2A0DDC40}" destId="{0FACBF82-A022-4DD2-9212-717A41F27A9E}" srcOrd="0" destOrd="0" presId="urn:microsoft.com/office/officeart/2008/layout/NameandTitleOrganizationalChart"/>
    <dgm:cxn modelId="{9DB7424F-F40B-499E-9BB9-3D7E4488147C}" type="presOf" srcId="{0725634E-FD95-4C52-8CB9-57AB556018EC}" destId="{A1A03255-6A4F-4670-AD37-6E6B4D93EA54}" srcOrd="0" destOrd="0" presId="urn:microsoft.com/office/officeart/2008/layout/NameandTitleOrganizationalChart"/>
    <dgm:cxn modelId="{E77C8C6F-D918-48C8-8C71-CF002B03517A}" type="presOf" srcId="{8A6517C2-8775-4877-8F69-4FA60C3CFC12}" destId="{A1533B81-115F-4E25-B860-EC574D7455BF}" srcOrd="0" destOrd="0" presId="urn:microsoft.com/office/officeart/2008/layout/NameandTitleOrganizationalChart"/>
    <dgm:cxn modelId="{59228D4F-EB83-435A-AD07-1E1BDC8C4205}" type="presOf" srcId="{431B5325-7CD9-43C8-A328-1CEDF5AA22DE}" destId="{55FA3A9F-F7FD-43C5-9F6B-B245B7E285AA}" srcOrd="0" destOrd="0" presId="urn:microsoft.com/office/officeart/2008/layout/NameandTitleOrganizationalChart"/>
    <dgm:cxn modelId="{5F21DD71-B507-49FE-A0DB-156A90865A01}" type="presOf" srcId="{476A8659-C546-4D11-ADB1-3EDCED787D81}" destId="{C5AE80DC-E0F2-4063-8BFF-DC233912E8D7}" srcOrd="1" destOrd="0" presId="urn:microsoft.com/office/officeart/2008/layout/NameandTitleOrganizationalChart"/>
    <dgm:cxn modelId="{37354153-3F86-42D1-9EC9-57C583A47D3D}" srcId="{605A44B3-32F9-4471-8034-B80A8F70A47E}" destId="{024523B0-DB3D-4F04-B31F-5D00D571CEB8}" srcOrd="1" destOrd="0" parTransId="{ACD94B9E-B926-43BF-B2BE-890CF3E1DEFF}" sibTransId="{09D71AAC-4ED0-4061-953C-14D145DEFDEF}"/>
    <dgm:cxn modelId="{69498A74-55A8-47C2-9870-D5269F7346AA}" type="presOf" srcId="{477DD275-990A-40A4-83D3-B030EBF1A6B7}" destId="{3EB35030-A7EE-4652-8D21-7092DDDEA7B0}" srcOrd="1" destOrd="0" presId="urn:microsoft.com/office/officeart/2008/layout/NameandTitleOrganizationalChart"/>
    <dgm:cxn modelId="{259B3958-3A7B-4FA3-81BE-2CC80589FF4E}" type="presOf" srcId="{3FB30857-6113-4C65-A785-D58FE57B7D83}" destId="{36928129-CD2C-460B-8B9A-114A0C2DDB3C}" srcOrd="1" destOrd="0" presId="urn:microsoft.com/office/officeart/2008/layout/NameandTitleOrganizationalChart"/>
    <dgm:cxn modelId="{712F9058-D854-4771-9B07-4AD7054AC3D2}" type="presOf" srcId="{0912A570-045B-41E7-8E3A-8B593E3F464D}" destId="{DC45A841-CD5E-4FE4-A2EC-BEEA5A0899BA}" srcOrd="0" destOrd="0" presId="urn:microsoft.com/office/officeart/2008/layout/NameandTitleOrganizationalChart"/>
    <dgm:cxn modelId="{218B8479-8B85-4BD7-B03B-C4177A6FF1AB}" type="presOf" srcId="{ECAB0F16-4442-4E64-A063-C495A68F8265}" destId="{F6C93043-FF70-4BF5-B021-5F558A006964}" srcOrd="1" destOrd="0" presId="urn:microsoft.com/office/officeart/2008/layout/NameandTitleOrganizationalChart"/>
    <dgm:cxn modelId="{24E0C179-01E0-4EC8-88A0-454D9A5C137F}" type="presOf" srcId="{1EACD684-D6DD-49E2-BD99-74FEE563C9F0}" destId="{1E73E35F-9D2D-4F86-AE21-6CE3507EEDBD}" srcOrd="0" destOrd="0" presId="urn:microsoft.com/office/officeart/2008/layout/NameandTitleOrganizationalChart"/>
    <dgm:cxn modelId="{9418EF7A-D317-474B-A901-EFF2ECE5DB94}" type="presOf" srcId="{EAE7C4AF-88DC-4D41-A4C3-12D0DD0FA042}" destId="{998DD542-F7EA-4360-A854-56BC4A476AE7}" srcOrd="0" destOrd="0" presId="urn:microsoft.com/office/officeart/2008/layout/NameandTitleOrganizationalChart"/>
    <dgm:cxn modelId="{E8A5597C-616F-4A25-BC55-ACEC2547EA55}" type="presOf" srcId="{605A44B3-32F9-4471-8034-B80A8F70A47E}" destId="{C9D40276-68D1-49D8-9533-9368DE54D9E5}" srcOrd="0" destOrd="0" presId="urn:microsoft.com/office/officeart/2008/layout/NameandTitleOrganizationalChart"/>
    <dgm:cxn modelId="{7844B37C-9BEB-49A6-9B70-6FE342CBFBFA}" type="presOf" srcId="{B7AE20F2-C78D-4386-846B-611B2A0DDC40}" destId="{8B1274CF-A6D3-47BB-8CA4-1506C25B23AC}" srcOrd="1" destOrd="0" presId="urn:microsoft.com/office/officeart/2008/layout/NameandTitleOrganizationalChart"/>
    <dgm:cxn modelId="{B1EB7A7E-C39B-439D-B627-17614406325F}" type="presOf" srcId="{B516509D-FD1A-4E20-8F11-65FF657E8724}" destId="{E65AC6C2-6C2D-43DD-876E-2723568977A9}" srcOrd="0" destOrd="0" presId="urn:microsoft.com/office/officeart/2008/layout/NameandTitleOrganizationalChart"/>
    <dgm:cxn modelId="{DB70D07E-3619-4F00-A1F8-2A9DDA5CBB2D}" type="presOf" srcId="{20D0667F-9124-4630-B563-37956E05A45F}" destId="{3ABDFA6B-72F3-4F10-888B-EA2CA464F0C4}" srcOrd="0" destOrd="0" presId="urn:microsoft.com/office/officeart/2008/layout/NameandTitleOrganizationalChart"/>
    <dgm:cxn modelId="{749C7C7F-9D68-4040-9E7A-7C71A349E9E1}" type="presOf" srcId="{5508C3A9-D713-43C2-B20C-45B06C0082C9}" destId="{D99675E0-3229-4FAA-B4CC-86378A142268}" srcOrd="0" destOrd="0" presId="urn:microsoft.com/office/officeart/2008/layout/NameandTitleOrganizationalChart"/>
    <dgm:cxn modelId="{BA692D81-1C84-4F9F-8F05-DC676F0EE6E2}" srcId="{1939C5F3-A28F-4205-B71F-B0AADFCEB3E3}" destId="{477DD275-990A-40A4-83D3-B030EBF1A6B7}" srcOrd="0" destOrd="0" parTransId="{9421B09F-5E37-4149-9BCB-668CBD6FDCA5}" sibTransId="{D285BD4D-8C76-4F27-B9F0-609CBBCC1D7D}"/>
    <dgm:cxn modelId="{A8B0C882-4BE1-4C7E-A04F-EF5744666276}" type="presOf" srcId="{CD8C3C0A-569C-47DB-8C37-6F364E0FB1F0}" destId="{3DC72D14-76D1-4B20-8B32-C61B8C7E7EF4}" srcOrd="0" destOrd="0" presId="urn:microsoft.com/office/officeart/2008/layout/NameandTitleOrganizationalChart"/>
    <dgm:cxn modelId="{F0031B83-9983-4A4B-906E-D0F787810B9F}" type="presOf" srcId="{ECB9CB01-BD52-4BF1-BCDA-E15A6BDC931B}" destId="{916BCB7B-F9EC-4241-8C40-611C6C506C12}" srcOrd="0" destOrd="0" presId="urn:microsoft.com/office/officeart/2008/layout/NameandTitleOrganizationalChart"/>
    <dgm:cxn modelId="{7E58D083-8CF0-4781-B729-8684BE5950F5}" type="presOf" srcId="{97455830-CC4D-4282-A4E4-49A6F86D6D9D}" destId="{235F504D-4C55-4292-8A27-E9FA748E5822}" srcOrd="0" destOrd="0" presId="urn:microsoft.com/office/officeart/2008/layout/NameandTitleOrganizationalChart"/>
    <dgm:cxn modelId="{5E123184-C9E4-4840-B3B2-0DE0439A4EA7}" type="presOf" srcId="{1939C5F3-A28F-4205-B71F-B0AADFCEB3E3}" destId="{D9CCDA42-8015-4D74-8A62-F231193882B9}" srcOrd="1" destOrd="0" presId="urn:microsoft.com/office/officeart/2008/layout/NameandTitleOrganizationalChart"/>
    <dgm:cxn modelId="{C0AF7684-1FFA-4B26-BC7B-52C0A9A037E7}" type="presOf" srcId="{00047C46-B07F-46C0-81AA-B41688F01E4A}" destId="{2F4E6C1A-4E15-42C1-87F6-6526726AC646}" srcOrd="1" destOrd="0" presId="urn:microsoft.com/office/officeart/2008/layout/NameandTitleOrganizationalChart"/>
    <dgm:cxn modelId="{06004188-E492-4534-BD02-F574D38631BC}" type="presOf" srcId="{0106154A-856F-476E-9010-A91974A22322}" destId="{6F9337A2-95DF-4C80-8D07-E697FE0736AF}" srcOrd="0" destOrd="0" presId="urn:microsoft.com/office/officeart/2008/layout/NameandTitleOrganizationalChart"/>
    <dgm:cxn modelId="{388AC888-3002-4C4A-A1E5-CE4DDC846E7C}" type="presOf" srcId="{69DCFC39-9B14-4401-96C0-D34FC1D3B9AD}" destId="{CE2DADDA-3A0F-4379-94BC-107535E31C3A}" srcOrd="0" destOrd="0" presId="urn:microsoft.com/office/officeart/2008/layout/NameandTitleOrganizationalChart"/>
    <dgm:cxn modelId="{08F82889-0202-4A5F-AB5F-9B061DCCB30B}" type="presOf" srcId="{355D8DC6-3103-492C-9D26-569DEE2D0AE7}" destId="{2D84742D-2B8F-4266-87FB-EB85B8A4920F}" srcOrd="0" destOrd="0" presId="urn:microsoft.com/office/officeart/2008/layout/NameandTitleOrganizationalChart"/>
    <dgm:cxn modelId="{3FBE878B-F438-4637-9FA2-7DED67045E2A}" type="presOf" srcId="{9421B09F-5E37-4149-9BCB-668CBD6FDCA5}" destId="{E3A150AC-176D-4D24-B5C6-FE6B71B6EF15}" srcOrd="0" destOrd="0" presId="urn:microsoft.com/office/officeart/2008/layout/NameandTitleOrganizationalChart"/>
    <dgm:cxn modelId="{7537388C-7AC7-4260-8ABD-58864927C69F}" type="presOf" srcId="{0ABA8209-5220-4A91-AB17-9188701D424A}" destId="{A4EF5C3F-F54C-403A-A3DD-E7A87F14140E}" srcOrd="0" destOrd="0" presId="urn:microsoft.com/office/officeart/2008/layout/NameandTitleOrganizationalChart"/>
    <dgm:cxn modelId="{49F2378D-2970-4D55-B6A6-906551F3F881}" type="presOf" srcId="{670174DD-450D-4AC6-AA6C-32E83EAE835D}" destId="{6C468357-DB22-4D78-B8E1-58868F49A9D0}" srcOrd="0" destOrd="0" presId="urn:microsoft.com/office/officeart/2008/layout/NameandTitleOrganizationalChart"/>
    <dgm:cxn modelId="{2204FD8E-A9B2-4C64-9323-25C5958E2A0B}" type="presOf" srcId="{CD8C3C0A-569C-47DB-8C37-6F364E0FB1F0}" destId="{1441A62B-4DC6-4163-914A-507FF1743E6C}" srcOrd="1" destOrd="0" presId="urn:microsoft.com/office/officeart/2008/layout/NameandTitleOrganizationalChart"/>
    <dgm:cxn modelId="{E06FEB8F-1141-4295-B7AA-B8DDDBF4F41B}" type="presOf" srcId="{B2B3136E-39D4-461E-A25A-E23EF4A5857B}" destId="{964F51CF-33BE-4FE5-A5D8-528E42226501}" srcOrd="1" destOrd="0" presId="urn:microsoft.com/office/officeart/2008/layout/NameandTitleOrganizationalChart"/>
    <dgm:cxn modelId="{6CDE3490-7BC4-49F6-9925-37B2C2BAB3E9}" type="presOf" srcId="{6276AD4A-1127-437F-804C-120530B95606}" destId="{222808C5-228F-4845-9C07-0450D6740F9C}" srcOrd="0" destOrd="0" presId="urn:microsoft.com/office/officeart/2008/layout/NameandTitleOrganizationalChart"/>
    <dgm:cxn modelId="{6FB25A91-3E56-436F-B344-5DE3348998E8}" type="presOf" srcId="{569BCA22-2513-419E-8910-A0AFEE56A887}" destId="{2F4E8AC8-3146-4994-B37C-7F17D761A9CD}" srcOrd="0" destOrd="0" presId="urn:microsoft.com/office/officeart/2008/layout/NameandTitleOrganizationalChart"/>
    <dgm:cxn modelId="{50580192-5993-46AF-B975-2AE298A59DB9}" type="presOf" srcId="{D3EABCD6-4DA8-4BAA-89C4-6CDA38E4E6D3}" destId="{DCF6720C-BC3A-45B6-92D2-61DA17E3EA51}" srcOrd="0" destOrd="0" presId="urn:microsoft.com/office/officeart/2008/layout/NameandTitleOrganizationalChart"/>
    <dgm:cxn modelId="{B4F93097-5F72-4872-9497-6F102F485007}" type="presOf" srcId="{355D8DC6-3103-492C-9D26-569DEE2D0AE7}" destId="{97708C21-92A1-4630-A53F-00C821CD41BC}" srcOrd="1" destOrd="0" presId="urn:microsoft.com/office/officeart/2008/layout/NameandTitleOrganizationalChart"/>
    <dgm:cxn modelId="{6F36F897-0FBA-4BEB-B8BC-B778D5AAD029}" type="presOf" srcId="{94F5C48F-E121-4C3C-B754-A9B1A132650A}" destId="{6DB73675-B62F-4B74-8C97-4604537B0046}" srcOrd="0" destOrd="0" presId="urn:microsoft.com/office/officeart/2008/layout/NameandTitleOrganizationalChart"/>
    <dgm:cxn modelId="{DD8A1598-565D-445A-B76E-5D175DE2359C}" type="presOf" srcId="{23FBFD10-0C6F-4E44-BE60-CA55F3E17825}" destId="{66E80EF2-0AF3-4441-AC74-E964FF0BB2E6}" srcOrd="0" destOrd="0" presId="urn:microsoft.com/office/officeart/2008/layout/NameandTitleOrganizationalChart"/>
    <dgm:cxn modelId="{69B0CB98-A485-4749-9BE7-90F13C67D9C2}" srcId="{71B725DD-F289-47F1-9C35-B115ADD78222}" destId="{1939C5F3-A28F-4205-B71F-B0AADFCEB3E3}" srcOrd="2" destOrd="0" parTransId="{9095C6E5-A1C9-42FD-9DA2-955FA415C735}" sibTransId="{EC3BA269-683B-4BD5-B30B-9C2C5C7C5520}"/>
    <dgm:cxn modelId="{58A5DC98-22BE-4889-AD30-DC16ABFDEE7F}" srcId="{3192FB16-240D-488B-B26E-DA5899E6AB59}" destId="{355D8DC6-3103-492C-9D26-569DEE2D0AE7}" srcOrd="0" destOrd="0" parTransId="{5F32C9FA-9D2A-476F-A57D-5FB5BC97D2DD}" sibTransId="{2FEC17B5-E1F8-49DE-BC10-B00064EFF4C2}"/>
    <dgm:cxn modelId="{28938199-1D21-4998-AC2D-124D9FD387C4}" type="presOf" srcId="{1F36471F-4E93-4B5D-94B9-C90D58B39A37}" destId="{19BCD064-21BA-4838-8559-31DA27A5DA3C}" srcOrd="0" destOrd="0" presId="urn:microsoft.com/office/officeart/2008/layout/NameandTitleOrganizationalChart"/>
    <dgm:cxn modelId="{4EE86C9A-B345-486F-BF78-A33F1044334D}" type="presOf" srcId="{08433EAF-EEFF-437F-BABD-66976374DFCB}" destId="{1DEA3AA1-A079-4631-8D42-26132B7C5D4F}" srcOrd="0" destOrd="0" presId="urn:microsoft.com/office/officeart/2008/layout/NameandTitleOrganizationalChart"/>
    <dgm:cxn modelId="{B7FC92A0-8BE4-40F7-B594-14C7757B340D}" type="presOf" srcId="{198FD393-29B0-4203-AB4C-5CC991AF008E}" destId="{DBB5E0AC-1CDE-4636-8013-716CB8589ACD}" srcOrd="0" destOrd="0" presId="urn:microsoft.com/office/officeart/2008/layout/NameandTitleOrganizationalChart"/>
    <dgm:cxn modelId="{E18BF5A1-0B12-404E-B9CF-D795A2E789B7}" srcId="{0717C847-3E77-48D6-B2EC-A34FDF2E43DF}" destId="{3FB30857-6113-4C65-A785-D58FE57B7D83}" srcOrd="1" destOrd="0" parTransId="{8A6517C2-8775-4877-8F69-4FA60C3CFC12}" sibTransId="{97455830-CC4D-4282-A4E4-49A6F86D6D9D}"/>
    <dgm:cxn modelId="{A36523A2-568A-41CF-970F-8A9FEC938908}" srcId="{B607CA87-1D6C-4AA9-BE44-FA15320835CB}" destId="{19EF73E7-74E5-48FC-A921-95D472AB81F1}" srcOrd="0" destOrd="0" parTransId="{0106154A-856F-476E-9010-A91974A22322}" sibTransId="{FC5D19E5-A3DD-4A3B-83FC-B8791675C217}"/>
    <dgm:cxn modelId="{F98B99A3-0B91-4315-ABC9-C6DC9B7B07C9}" type="presOf" srcId="{1B4A3C6C-2669-45A9-9056-035B87DEF86A}" destId="{7FEEA284-1E0A-48B8-B684-071585328D1D}" srcOrd="0" destOrd="0" presId="urn:microsoft.com/office/officeart/2008/layout/NameandTitleOrganizationalChart"/>
    <dgm:cxn modelId="{C33E98A7-B7A2-42E8-92C9-6B6CF73817ED}" srcId="{3FB30857-6113-4C65-A785-D58FE57B7D83}" destId="{10926F66-4C2B-4E32-93AE-4DBD5DAA4FD1}" srcOrd="1" destOrd="0" parTransId="{D0A4E5DF-EBCF-400B-854B-ACE27206DB02}" sibTransId="{0912A570-045B-41E7-8E3A-8B593E3F464D}"/>
    <dgm:cxn modelId="{BACF13A8-2F0E-4622-897B-F4413F5386FB}" type="presOf" srcId="{B4277FCB-10EB-4B97-855B-42E6953BC8F2}" destId="{E28ABD93-5DA3-41A7-A6AB-96F84C9ABE65}" srcOrd="1" destOrd="0" presId="urn:microsoft.com/office/officeart/2008/layout/NameandTitleOrganizationalChart"/>
    <dgm:cxn modelId="{09B9E3A9-6F6E-4083-9CE5-1752DD761CE6}" type="presOf" srcId="{39259E66-86FF-404D-8BD4-392FECB282B4}" destId="{B52627E0-15E2-4D52-AB27-FB97A8A85934}" srcOrd="0" destOrd="0" presId="urn:microsoft.com/office/officeart/2008/layout/NameandTitleOrganizationalChart"/>
    <dgm:cxn modelId="{83E32FAD-B727-4582-81D4-65960F5997A0}" type="presOf" srcId="{ED7DC321-AF36-473E-98E3-46BA658EE9BC}" destId="{DFAADC32-E3F2-4DA4-A2BB-BE91795318C9}" srcOrd="0" destOrd="0" presId="urn:microsoft.com/office/officeart/2008/layout/NameandTitleOrganizationalChart"/>
    <dgm:cxn modelId="{454FC3AD-BAD8-4420-88D5-2A4F7DC159B7}" type="presOf" srcId="{19EF73E7-74E5-48FC-A921-95D472AB81F1}" destId="{E33456FF-1D16-4C67-BBAE-F0DD62259CC6}" srcOrd="1" destOrd="0" presId="urn:microsoft.com/office/officeart/2008/layout/NameandTitleOrganizationalChart"/>
    <dgm:cxn modelId="{86CDE6AD-A484-46C1-81C6-E358353E4966}" type="presOf" srcId="{9095C6E5-A1C9-42FD-9DA2-955FA415C735}" destId="{04808C57-E01A-40CB-A28D-C2D1F0B5F2DC}" srcOrd="0" destOrd="0" presId="urn:microsoft.com/office/officeart/2008/layout/NameandTitleOrganizationalChart"/>
    <dgm:cxn modelId="{CDA76EB0-D3FD-440D-AA7C-10899EF6B419}" type="presOf" srcId="{42DDFC05-3B9B-449E-9E3B-8C35F104DA2C}" destId="{9016A5A1-177E-446E-A26C-B3DC84A562C8}" srcOrd="1" destOrd="0" presId="urn:microsoft.com/office/officeart/2008/layout/NameandTitleOrganizationalChart"/>
    <dgm:cxn modelId="{B896A8B1-AF80-4AB6-B761-38E57467379D}" type="presOf" srcId="{5A356616-ED90-4A8E-9491-2033708CC082}" destId="{9D5E6150-79D5-4E51-A786-4A085F289F05}" srcOrd="0" destOrd="0" presId="urn:microsoft.com/office/officeart/2008/layout/NameandTitleOrganizationalChart"/>
    <dgm:cxn modelId="{60C97AB4-95F5-40D4-A9B9-E5D6A8217DB3}" type="presOf" srcId="{476A8659-C546-4D11-ADB1-3EDCED787D81}" destId="{3EE12838-2DEB-4648-8033-C09C0BA87427}" srcOrd="0" destOrd="0" presId="urn:microsoft.com/office/officeart/2008/layout/NameandTitleOrganizationalChart"/>
    <dgm:cxn modelId="{5DC583B4-1EDB-4B34-858E-B3CA3944D1BD}" srcId="{71B725DD-F289-47F1-9C35-B115ADD78222}" destId="{26A10898-8E38-4C63-88AA-33AD4B339FC3}" srcOrd="1" destOrd="0" parTransId="{1B4A3C6C-2669-45A9-9056-035B87DEF86A}" sibTransId="{569BCA22-2513-419E-8910-A0AFEE56A887}"/>
    <dgm:cxn modelId="{144450B6-D00D-4C46-A689-8A6618E37068}" type="presOf" srcId="{6F8F0449-E828-4E0E-A7E1-2A9A8ECE952C}" destId="{BF14E658-C924-4693-B0DA-9393F58471F6}" srcOrd="0" destOrd="0" presId="urn:microsoft.com/office/officeart/2008/layout/NameandTitleOrganizationalChart"/>
    <dgm:cxn modelId="{6EB3E5B6-2AE2-4F5C-A783-9CBB4FFE11EF}" srcId="{71B725DD-F289-47F1-9C35-B115ADD78222}" destId="{3192FB16-240D-488B-B26E-DA5899E6AB59}" srcOrd="0" destOrd="0" parTransId="{BF039EB6-70F5-41AD-9C9D-18C4240904C7}" sibTransId="{C13D7676-D169-4570-8875-AA6751CCDB79}"/>
    <dgm:cxn modelId="{6115DFB7-BCBB-4DD8-8CD2-3892E63DDABD}" srcId="{605A44B3-32F9-4471-8034-B80A8F70A47E}" destId="{B607CA87-1D6C-4AA9-BE44-FA15320835CB}" srcOrd="2" destOrd="0" parTransId="{AEFFBD63-0FEA-4AEC-9BED-A052BBAEADD8}" sibTransId="{20D0667F-9124-4630-B563-37956E05A45F}"/>
    <dgm:cxn modelId="{85F87CB8-5B90-4EDA-B6E4-C64DB73DE324}" type="presOf" srcId="{19EF73E7-74E5-48FC-A921-95D472AB81F1}" destId="{178B3DED-2D19-4FC0-8E86-2849FD8E6FF1}" srcOrd="0" destOrd="0" presId="urn:microsoft.com/office/officeart/2008/layout/NameandTitleOrganizationalChart"/>
    <dgm:cxn modelId="{FF82F9B8-4DE6-452B-95FA-63EA55720BC4}" type="presOf" srcId="{81D6AD84-34D8-4D36-9A1D-6A5EFDF3B30E}" destId="{45A73CA1-C3EE-4A83-B983-D254912EC18E}" srcOrd="0" destOrd="0" presId="urn:microsoft.com/office/officeart/2008/layout/NameandTitleOrganizationalChart"/>
    <dgm:cxn modelId="{35328BB9-351A-4026-8BB6-9DEEEB5D52BB}" type="presOf" srcId="{3192FB16-240D-488B-B26E-DA5899E6AB59}" destId="{070E89B5-2E65-46C5-A555-9A40EA9A5FE2}" srcOrd="1" destOrd="0" presId="urn:microsoft.com/office/officeart/2008/layout/NameandTitleOrganizationalChart"/>
    <dgm:cxn modelId="{3159F6B9-0DE8-45B8-B2ED-F47AB417C7F4}" type="presOf" srcId="{26A10898-8E38-4C63-88AA-33AD4B339FC3}" destId="{D507B24B-5E12-4F2E-9919-41E644B8C247}" srcOrd="0" destOrd="0" presId="urn:microsoft.com/office/officeart/2008/layout/NameandTitleOrganizationalChart"/>
    <dgm:cxn modelId="{27EF2ABB-6575-4FC0-AB2D-ED522A41C5FA}" type="presOf" srcId="{10926F66-4C2B-4E32-93AE-4DBD5DAA4FD1}" destId="{D13B98C7-5FF0-4BAB-9B1C-99807108ACA0}" srcOrd="0" destOrd="0" presId="urn:microsoft.com/office/officeart/2008/layout/NameandTitleOrganizationalChart"/>
    <dgm:cxn modelId="{7278D8BB-7283-4CCE-A9E8-B94755E16180}" type="presOf" srcId="{C0A783E5-F263-4C0F-8FF0-0B855A6E78E3}" destId="{BB41D771-D2B6-4E9C-BD08-6EEA86B075CF}" srcOrd="0" destOrd="0" presId="urn:microsoft.com/office/officeart/2008/layout/NameandTitleOrganizationalChart"/>
    <dgm:cxn modelId="{9CEA88BC-64A7-4D85-89B0-A626272018E4}" type="presOf" srcId="{B607CA87-1D6C-4AA9-BE44-FA15320835CB}" destId="{55E34786-810C-49F1-964B-CF22237B0495}" srcOrd="0" destOrd="0" presId="urn:microsoft.com/office/officeart/2008/layout/NameandTitleOrganizationalChart"/>
    <dgm:cxn modelId="{13D9D7BE-BDB0-401F-81A7-900E1B9DF243}" type="presOf" srcId="{67D183D5-237F-4C6B-96A1-212FD1E721A7}" destId="{CAC22D43-3D3B-4329-9535-EBE698823AC0}" srcOrd="0" destOrd="0" presId="urn:microsoft.com/office/officeart/2008/layout/NameandTitleOrganizationalChart"/>
    <dgm:cxn modelId="{9DAF73BF-7256-47E2-B44A-CB3FF217847B}" type="presOf" srcId="{477DD275-990A-40A4-83D3-B030EBF1A6B7}" destId="{D7BA0DD4-7E1B-4F6A-85E9-17663CEF1934}" srcOrd="0" destOrd="0" presId="urn:microsoft.com/office/officeart/2008/layout/NameandTitleOrganizationalChart"/>
    <dgm:cxn modelId="{2B8842C0-AECC-4FE9-92B4-3CB81F6D3EAA}" srcId="{B7AE20F2-C78D-4386-846B-611B2A0DDC40}" destId="{00047C46-B07F-46C0-81AA-B41688F01E4A}" srcOrd="0" destOrd="0" parTransId="{CF4F163D-B451-4E02-9C0B-269E6340ECB6}" sibTransId="{29E00B6F-A451-40D2-9FB8-1C6237CD1E8F}"/>
    <dgm:cxn modelId="{2C40ACC0-E59E-41E1-A1D2-25E47FC53958}" type="presOf" srcId="{3001156F-B6E3-4E28-AC11-040E331AFB9E}" destId="{001960A0-48E9-4F4A-8944-1D7F333E20DE}" srcOrd="0" destOrd="0" presId="urn:microsoft.com/office/officeart/2008/layout/NameandTitleOrganizationalChart"/>
    <dgm:cxn modelId="{BAA8FDC0-DD47-4F14-83DB-BF2DA7D92B4F}" type="presOf" srcId="{C9081940-B274-481E-BF61-60693B7CF411}" destId="{42B8E97B-6D6F-42D7-99CE-59548BC4A840}" srcOrd="0" destOrd="0" presId="urn:microsoft.com/office/officeart/2008/layout/NameandTitleOrganizationalChart"/>
    <dgm:cxn modelId="{BC26D2C2-6F17-414C-99F3-B168C9807CAC}" type="presOf" srcId="{C13D7676-D169-4570-8875-AA6751CCDB79}" destId="{936A443C-659D-4B96-A7CF-C6A8F12C0787}" srcOrd="0" destOrd="0" presId="urn:microsoft.com/office/officeart/2008/layout/NameandTitleOrganizationalChart"/>
    <dgm:cxn modelId="{F66A70C3-AD5D-4A9E-82CD-E4D6859B15B5}" type="presOf" srcId="{AEFFBD63-0FEA-4AEC-9BED-A052BBAEADD8}" destId="{13900296-3332-44AC-9649-B95ECB37D5A3}" srcOrd="0" destOrd="0" presId="urn:microsoft.com/office/officeart/2008/layout/NameandTitleOrganizationalChart"/>
    <dgm:cxn modelId="{BB6A5AC3-789D-4D94-A33A-FD0E54E71FE3}" type="presOf" srcId="{B2B3136E-39D4-461E-A25A-E23EF4A5857B}" destId="{BF9EB600-CB49-4483-9929-2FABC218E267}" srcOrd="0" destOrd="0" presId="urn:microsoft.com/office/officeart/2008/layout/NameandTitleOrganizationalChart"/>
    <dgm:cxn modelId="{741205C4-B3EA-4620-8279-F8C70485E9AF}" type="presOf" srcId="{D0A4E5DF-EBCF-400B-854B-ACE27206DB02}" destId="{9AC1BDDE-94BF-40EA-BEE6-185A3CF066F6}" srcOrd="0" destOrd="0" presId="urn:microsoft.com/office/officeart/2008/layout/NameandTitleOrganizationalChart"/>
    <dgm:cxn modelId="{D3D71CC7-8296-4714-AE2B-53E32872F906}" type="presOf" srcId="{4C936A82-111C-439C-A12D-97C9E9DF1042}" destId="{FC3849CA-F21B-49CB-A423-D5548F5366D7}" srcOrd="0" destOrd="0" presId="urn:microsoft.com/office/officeart/2008/layout/NameandTitleOrganizationalChart"/>
    <dgm:cxn modelId="{952556C7-D1A1-4D74-B6BE-FBD1AD4CC45A}" srcId="{0717C847-3E77-48D6-B2EC-A34FDF2E43DF}" destId="{CD8C3C0A-569C-47DB-8C37-6F364E0FB1F0}" srcOrd="2" destOrd="0" parTransId="{39259E66-86FF-404D-8BD4-392FECB282B4}" sibTransId="{0ABA8209-5220-4A91-AB17-9188701D424A}"/>
    <dgm:cxn modelId="{2FB8ECC9-44DF-4DBC-87D6-DF9F19871898}" srcId="{1939C5F3-A28F-4205-B71F-B0AADFCEB3E3}" destId="{918A0052-E1DA-4C2B-8784-D18B8BC9B2A3}" srcOrd="3" destOrd="0" parTransId="{EB22666A-5F0B-4129-A9A1-89D2444AF8E2}" sibTransId="{94F5C48F-E121-4C3C-B754-A9B1A132650A}"/>
    <dgm:cxn modelId="{575254CB-5B91-4680-BBF9-059CA636FD34}" type="presOf" srcId="{35290512-F18A-47CF-B918-2D2DE037D5A9}" destId="{66EBAABA-58F1-4C42-851F-185BC32A8821}" srcOrd="1" destOrd="0" presId="urn:microsoft.com/office/officeart/2008/layout/NameandTitleOrganizationalChart"/>
    <dgm:cxn modelId="{F154F8CC-697B-401E-9E8F-5EA07640A327}" type="presOf" srcId="{C14316F2-BC6F-435B-A25C-F8927F85C198}" destId="{65640C1C-815D-40F3-85BB-FAE6FCDA9EB0}" srcOrd="1" destOrd="0" presId="urn:microsoft.com/office/officeart/2008/layout/NameandTitleOrganizationalChart"/>
    <dgm:cxn modelId="{C9DAC0CD-3CA3-4DC7-9C06-4E93DFDF9C8B}" srcId="{71B725DD-F289-47F1-9C35-B115ADD78222}" destId="{B7AE20F2-C78D-4386-846B-611B2A0DDC40}" srcOrd="4" destOrd="0" parTransId="{B3044F82-D1C7-4EFC-A90E-308D8535DC34}" sibTransId="{4C936A82-111C-439C-A12D-97C9E9DF1042}"/>
    <dgm:cxn modelId="{A22553CE-E6AE-48A8-A721-8CDFBD5F0D82}" srcId="{3192FB16-240D-488B-B26E-DA5899E6AB59}" destId="{B2B3136E-39D4-461E-A25A-E23EF4A5857B}" srcOrd="1" destOrd="0" parTransId="{AAB27535-4722-40AF-AA4B-054CEA6C40A3}" sibTransId="{8F61A662-796B-4A4E-992C-2C5E350F7333}"/>
    <dgm:cxn modelId="{659701CF-6B7B-4DE4-BB11-2EA32D4FF725}" type="presOf" srcId="{E2EF1340-CDBC-4572-8A3F-FF4D1AB9DA7F}" destId="{AF515711-F727-4A72-959E-1F682DD7BCFE}" srcOrd="0" destOrd="0" presId="urn:microsoft.com/office/officeart/2008/layout/NameandTitleOrganizationalChart"/>
    <dgm:cxn modelId="{0F2246D0-0170-408D-9D37-FBA92F0AE209}" type="presOf" srcId="{BB38609D-6EAF-4703-8A1A-77DED5F40FF3}" destId="{6A8F6CAB-CFA2-4A82-BE18-B52977A90048}" srcOrd="0" destOrd="0" presId="urn:microsoft.com/office/officeart/2008/layout/NameandTitleOrganizationalChart"/>
    <dgm:cxn modelId="{074B65D3-FD35-4F64-8648-1E0DF375F232}" type="presOf" srcId="{16DEC7EA-7B9D-4F77-ADA6-3E884F95B774}" destId="{CCBCF2A1-9D58-4651-8F4E-12A32723DC0D}" srcOrd="0" destOrd="0" presId="urn:microsoft.com/office/officeart/2008/layout/NameandTitleOrganizationalChart"/>
    <dgm:cxn modelId="{AA1912D7-432E-4B06-8513-BE2E9289E0A6}" type="presOf" srcId="{ECAB0F16-4442-4E64-A063-C495A68F8265}" destId="{42019EFA-4E0A-4AD3-AF3D-8B4FE2DD591E}" srcOrd="0" destOrd="0" presId="urn:microsoft.com/office/officeart/2008/layout/NameandTitleOrganizationalChart"/>
    <dgm:cxn modelId="{6F9D8BD7-C464-4B54-AAA9-3383E39217F7}" type="presOf" srcId="{8F61A662-796B-4A4E-992C-2C5E350F7333}" destId="{26BBDFFF-F8AC-41D8-BFBD-6F2A616C8AC6}" srcOrd="0" destOrd="0" presId="urn:microsoft.com/office/officeart/2008/layout/NameandTitleOrganizationalChart"/>
    <dgm:cxn modelId="{C0D5B8D7-CEB7-4C2C-8EDF-AF236C36455B}" srcId="{605A44B3-32F9-4471-8034-B80A8F70A47E}" destId="{C14316F2-BC6F-435B-A25C-F8927F85C198}" srcOrd="3" destOrd="0" parTransId="{16DEC7EA-7B9D-4F77-ADA6-3E884F95B774}" sibTransId="{4112520A-6CD0-49C3-9DD8-76F1D070D167}"/>
    <dgm:cxn modelId="{008158D9-05B8-45BF-9C6B-46A67603795B}" type="presOf" srcId="{010B178B-D7C5-4C8A-9C2A-8CBB95599011}" destId="{85BE51E6-7A47-46E1-B9BE-222555817BF6}" srcOrd="1" destOrd="0" presId="urn:microsoft.com/office/officeart/2008/layout/NameandTitleOrganizationalChart"/>
    <dgm:cxn modelId="{BB5DC7D9-2395-4144-91C8-BD0A6276CAE4}" type="presOf" srcId="{B2835FD8-CE51-46DE-BD33-2214E3DBCF5C}" destId="{6B53ADF1-C1AA-41DD-968E-B69F1B501BCE}" srcOrd="0" destOrd="0" presId="urn:microsoft.com/office/officeart/2008/layout/NameandTitleOrganizationalChart"/>
    <dgm:cxn modelId="{29179CDA-2B02-420A-8007-64A60F015A90}" type="presOf" srcId="{08433EAF-EEFF-437F-BABD-66976374DFCB}" destId="{B20683F5-A281-4EE8-B11F-A4813290AA05}" srcOrd="1" destOrd="0" presId="urn:microsoft.com/office/officeart/2008/layout/NameandTitleOrganizationalChart"/>
    <dgm:cxn modelId="{E1314EDB-2D31-4D23-9401-0B34FC1BF1E5}" type="presOf" srcId="{B3044F82-D1C7-4EFC-A90E-308D8535DC34}" destId="{06756CD2-EA04-4312-91B8-E5474A53F2E0}" srcOrd="0" destOrd="0" presId="urn:microsoft.com/office/officeart/2008/layout/NameandTitleOrganizationalChart"/>
    <dgm:cxn modelId="{8B6851DB-8EA9-4DB0-AFE9-EBCF7FC944A8}" type="presOf" srcId="{605A44B3-32F9-4471-8034-B80A8F70A47E}" destId="{5AA731A0-E368-44BB-ADD0-11217C0327F4}" srcOrd="1" destOrd="0" presId="urn:microsoft.com/office/officeart/2008/layout/NameandTitleOrganizationalChart"/>
    <dgm:cxn modelId="{2970BDDB-28C6-4F07-8B0E-8AE2EA2BB2FB}" type="presOf" srcId="{024523B0-DB3D-4F04-B31F-5D00D571CEB8}" destId="{D73DD546-826C-43C9-93A1-DDD4D3D20D0A}" srcOrd="1" destOrd="0" presId="urn:microsoft.com/office/officeart/2008/layout/NameandTitleOrganizationalChart"/>
    <dgm:cxn modelId="{5C4E67DD-5FF0-4224-8F04-D033A2800D3E}" type="presOf" srcId="{26A10898-8E38-4C63-88AA-33AD4B339FC3}" destId="{8146133A-C530-401C-870A-B443FCB52CA8}" srcOrd="1" destOrd="0" presId="urn:microsoft.com/office/officeart/2008/layout/NameandTitleOrganizationalChart"/>
    <dgm:cxn modelId="{D6519BDD-1D25-4575-8B52-88DE75DEE6C7}" srcId="{3FB30857-6113-4C65-A785-D58FE57B7D83}" destId="{DC8663AF-F595-496F-8124-5B8AEDE2A3B9}" srcOrd="0" destOrd="0" parTransId="{60317FF3-6206-4E67-BE46-F29EEEEC1D7E}" sibTransId="{6F8F0449-E828-4E0E-A7E1-2A9A8ECE952C}"/>
    <dgm:cxn modelId="{160AB7DE-A954-455E-A3B4-C67417214FBC}" type="presOf" srcId="{35290512-F18A-47CF-B918-2D2DE037D5A9}" destId="{7C21743D-3A06-47AD-B65C-13C6184828B0}" srcOrd="0" destOrd="0" presId="urn:microsoft.com/office/officeart/2008/layout/NameandTitleOrganizationalChart"/>
    <dgm:cxn modelId="{8DDC2AE2-481B-49E2-9CE3-11B9FFF67A23}" type="presOf" srcId="{EC3BA269-683B-4BD5-B30B-9C2C5C7C5520}" destId="{9135D62A-B99F-47DF-90B0-60858137E245}" srcOrd="0" destOrd="0" presId="urn:microsoft.com/office/officeart/2008/layout/NameandTitleOrganizationalChart"/>
    <dgm:cxn modelId="{3A5B24E3-A6BE-4FF2-94DF-05D16184E41A}" type="presOf" srcId="{E2EF1340-CDBC-4572-8A3F-FF4D1AB9DA7F}" destId="{F799E85E-2421-4CCB-83EB-934628387C04}" srcOrd="1" destOrd="0" presId="urn:microsoft.com/office/officeart/2008/layout/NameandTitleOrganizationalChart"/>
    <dgm:cxn modelId="{1F066FE3-7866-4F78-B602-A10EA6FE7953}" type="presOf" srcId="{71B725DD-F289-47F1-9C35-B115ADD78222}" destId="{C4967319-ACCD-45C2-BE77-DD9D37ABDAC1}" srcOrd="1" destOrd="0" presId="urn:microsoft.com/office/officeart/2008/layout/NameandTitleOrganizationalChart"/>
    <dgm:cxn modelId="{A2AEBEE3-D846-4453-97D3-CA0E34A34F70}" type="presOf" srcId="{B7AFAA5A-F2DC-4503-82D0-159562940E12}" destId="{2FC6A16A-FE4A-4F8F-B361-A171EA06BC4E}" srcOrd="0" destOrd="0" presId="urn:microsoft.com/office/officeart/2008/layout/NameandTitleOrganizationalChart"/>
    <dgm:cxn modelId="{511C71E4-2D31-4B66-B70F-64C10AA68EC4}" type="presOf" srcId="{BF039EB6-70F5-41AD-9C9D-18C4240904C7}" destId="{C0247041-3558-4594-B7D9-424DFD1A5543}" srcOrd="0" destOrd="0" presId="urn:microsoft.com/office/officeart/2008/layout/NameandTitleOrganizationalChart"/>
    <dgm:cxn modelId="{07CBF1E4-0781-4B5B-8144-CC454FF823A1}" type="presOf" srcId="{DDA4BEF9-A145-43FA-AD84-06E1A132338F}" destId="{A34A52C9-6012-4DEA-A269-ADBF4B9A7E87}" srcOrd="1" destOrd="0" presId="urn:microsoft.com/office/officeart/2008/layout/NameandTitleOrganizationalChart"/>
    <dgm:cxn modelId="{8C6BDFE5-E044-41DD-8EB1-DCEF30EB0464}" type="presOf" srcId="{2FEC17B5-E1F8-49DE-BC10-B00064EFF4C2}" destId="{37968C60-C243-4B7E-B547-E201678DF98C}" srcOrd="0" destOrd="0" presId="urn:microsoft.com/office/officeart/2008/layout/NameandTitleOrganizationalChart"/>
    <dgm:cxn modelId="{42CC29E6-1E32-48E3-AFE2-FBB29EB1FFED}" type="presOf" srcId="{FC5D19E5-A3DD-4A3B-83FC-B8791675C217}" destId="{3A42FC14-DD59-42F4-A730-EA6134D33D56}" srcOrd="0" destOrd="0" presId="urn:microsoft.com/office/officeart/2008/layout/NameandTitleOrganizationalChart"/>
    <dgm:cxn modelId="{45F944E7-C6F6-40C2-87FB-AB42DD5908A5}" type="presOf" srcId="{B199E84B-1AEA-4485-9B0B-DF0125835FF7}" destId="{85DA11DE-AD3C-4B49-8C96-04A129C72590}" srcOrd="0" destOrd="0" presId="urn:microsoft.com/office/officeart/2008/layout/NameandTitleOrganizationalChart"/>
    <dgm:cxn modelId="{D5EF59E7-941F-40BB-8E96-08E0B89CAA9B}" type="presOf" srcId="{C14316F2-BC6F-435B-A25C-F8927F85C198}" destId="{B4642167-68CB-43DB-9D07-9462D15867BA}" srcOrd="0" destOrd="0" presId="urn:microsoft.com/office/officeart/2008/layout/NameandTitleOrganizationalChart"/>
    <dgm:cxn modelId="{45B810EA-4CB7-422D-9598-5E948DC408F6}" type="presOf" srcId="{AAB27535-4722-40AF-AA4B-054CEA6C40A3}" destId="{C74E67BF-4F3E-4020-9DE4-5DEF17824480}" srcOrd="0" destOrd="0" presId="urn:microsoft.com/office/officeart/2008/layout/NameandTitleOrganizationalChart"/>
    <dgm:cxn modelId="{CB8E38EC-80CF-4ECF-B4C6-9255B2222782}" srcId="{605A44B3-32F9-4471-8034-B80A8F70A47E}" destId="{42DDFC05-3B9B-449E-9E3B-8C35F104DA2C}" srcOrd="6" destOrd="0" parTransId="{431B5325-7CD9-43C8-A328-1CEDF5AA22DE}" sibTransId="{12DBED5B-CC92-42E2-B096-3C6C2CDA15CC}"/>
    <dgm:cxn modelId="{FF43AFEC-E5C0-4507-A36F-0622FAC5DBC6}" type="presOf" srcId="{198FD393-29B0-4203-AB4C-5CC991AF008E}" destId="{E313E172-87C0-4A89-8121-2CBD99DBEDA9}" srcOrd="1" destOrd="0" presId="urn:microsoft.com/office/officeart/2008/layout/NameandTitleOrganizationalChart"/>
    <dgm:cxn modelId="{B0D9A7ED-986F-4561-B29B-FA55B312BF24}" srcId="{605A44B3-32F9-4471-8034-B80A8F70A47E}" destId="{476A8659-C546-4D11-ADB1-3EDCED787D81}" srcOrd="7" destOrd="0" parTransId="{FFB0567D-2446-4601-96E8-92E068DE16A0}" sibTransId="{B2835FD8-CE51-46DE-BD33-2214E3DBCF5C}"/>
    <dgm:cxn modelId="{DDD5DFED-D280-4023-8521-223FD5BDDA55}" type="presOf" srcId="{D9A5C21B-B13E-4CB7-B1B8-BAC51F816298}" destId="{690AF545-BEB5-40D5-9B1B-243133383807}" srcOrd="0" destOrd="0" presId="urn:microsoft.com/office/officeart/2008/layout/NameandTitleOrganizationalChart"/>
    <dgm:cxn modelId="{33FE53EE-F897-44A0-B00D-27B99878BDDE}" type="presOf" srcId="{10926F66-4C2B-4E32-93AE-4DBD5DAA4FD1}" destId="{4594AC16-FF2B-449D-B851-56547230A072}" srcOrd="1" destOrd="0" presId="urn:microsoft.com/office/officeart/2008/layout/NameandTitleOrganizationalChart"/>
    <dgm:cxn modelId="{E13110EF-8A54-44CD-855E-B618F180CD17}" type="presOf" srcId="{63C42F17-C048-4449-8675-9D764A6E9EE7}" destId="{152C1EBE-C8D6-4A1F-A8E2-94B32C669126}" srcOrd="0" destOrd="0" presId="urn:microsoft.com/office/officeart/2008/layout/NameandTitleOrganizationalChart"/>
    <dgm:cxn modelId="{5C536AEF-1F0E-4C28-8E18-0A670BBD1BA8}" type="presOf" srcId="{010B178B-D7C5-4C8A-9C2A-8CBB95599011}" destId="{961F3284-95B9-47C9-AA43-C3F153BC6009}" srcOrd="0" destOrd="0" presId="urn:microsoft.com/office/officeart/2008/layout/NameandTitleOrganizationalChart"/>
    <dgm:cxn modelId="{323E92F0-6F88-493D-8794-E33C4B4D6C06}" type="presOf" srcId="{71B725DD-F289-47F1-9C35-B115ADD78222}" destId="{DBC16C0E-E495-4798-94F5-2E2343326359}" srcOrd="0" destOrd="0" presId="urn:microsoft.com/office/officeart/2008/layout/NameandTitleOrganizationalChart"/>
    <dgm:cxn modelId="{3C17E4F1-6388-461E-9AED-6433B5DF1BC4}" srcId="{B7AE20F2-C78D-4386-846B-611B2A0DDC40}" destId="{3001156F-B6E3-4E28-AC11-040E331AFB9E}" srcOrd="2" destOrd="0" parTransId="{C0A783E5-F263-4C0F-8FF0-0B855A6E78E3}" sibTransId="{75C65239-DE6E-42D6-B100-46C561F71F00}"/>
    <dgm:cxn modelId="{769977F2-CA87-4B25-810D-CDE8FA7E5361}" srcId="{B7AE20F2-C78D-4386-846B-611B2A0DDC40}" destId="{35290512-F18A-47CF-B918-2D2DE037D5A9}" srcOrd="1" destOrd="0" parTransId="{B199E84B-1AEA-4485-9B0B-DF0125835FF7}" sibTransId="{1F36471F-4E93-4B5D-94B9-C90D58B39A37}"/>
    <dgm:cxn modelId="{BDC922F4-EB4D-4B13-8CE3-8AA0294FFE3F}" type="presOf" srcId="{0B51E91A-A0C0-48E0-80D4-A3357D22D927}" destId="{BA33832A-ED11-4835-BA00-0BF520780FAE}" srcOrd="0" destOrd="0" presId="urn:microsoft.com/office/officeart/2008/layout/NameandTitleOrganizationalChart"/>
    <dgm:cxn modelId="{59B71AF5-487E-4FA8-958A-87739786AB62}" srcId="{0717C847-3E77-48D6-B2EC-A34FDF2E43DF}" destId="{663CADD7-00F6-4242-AF1D-FE3D44DBC438}" srcOrd="4" destOrd="0" parTransId="{EAE7C4AF-88DC-4D41-A4C3-12D0DD0FA042}" sibTransId="{1EACD684-D6DD-49E2-BD99-74FEE563C9F0}"/>
    <dgm:cxn modelId="{5C8342F9-0586-4FE4-8CBC-0983A0273286}" srcId="{0717C847-3E77-48D6-B2EC-A34FDF2E43DF}" destId="{605A44B3-32F9-4471-8034-B80A8F70A47E}" srcOrd="0" destOrd="0" parTransId="{BB38609D-6EAF-4703-8A1A-77DED5F40FF3}" sibTransId="{B516509D-FD1A-4E20-8F11-65FF657E8724}"/>
    <dgm:cxn modelId="{5A69D8FB-A837-4508-995A-3CA54B970221}" type="presOf" srcId="{42DDFC05-3B9B-449E-9E3B-8C35F104DA2C}" destId="{A79FF8D8-C381-4998-9F83-7A5881B6B540}" srcOrd="0" destOrd="0" presId="urn:microsoft.com/office/officeart/2008/layout/NameandTitleOrganizationalChart"/>
    <dgm:cxn modelId="{B0DA56FC-00A5-41A8-9F8F-4867477F35D0}" type="presOf" srcId="{3FB30857-6113-4C65-A785-D58FE57B7D83}" destId="{1221A9FC-AF6B-4D1D-9C86-AFB9F6CA904D}" srcOrd="0" destOrd="0" presId="urn:microsoft.com/office/officeart/2008/layout/NameandTitleOrganizationalChart"/>
    <dgm:cxn modelId="{DA79C2FC-4812-4409-92E8-9E57207F08EF}" type="presOf" srcId="{FFB0567D-2446-4601-96E8-92E068DE16A0}" destId="{B9797CA3-79FE-4687-8156-7EE2827B6D0F}" srcOrd="0" destOrd="0" presId="urn:microsoft.com/office/officeart/2008/layout/NameandTitleOrganizationalChart"/>
    <dgm:cxn modelId="{7D23FCFC-FBE7-4B17-A4E9-DF14C4EA1897}" type="presOf" srcId="{663CADD7-00F6-4242-AF1D-FE3D44DBC438}" destId="{38FA17E2-0F01-4D32-90FA-7A54CE2010E9}" srcOrd="1" destOrd="0" presId="urn:microsoft.com/office/officeart/2008/layout/NameandTitleOrganizationalChart"/>
    <dgm:cxn modelId="{F11834FD-1C94-4A12-A116-68D75173EC3E}" type="presOf" srcId="{918A0052-E1DA-4C2B-8784-D18B8BC9B2A3}" destId="{E51BBCE9-9FC3-464A-BD67-1F9250DE0192}" srcOrd="1" destOrd="0" presId="urn:microsoft.com/office/officeart/2008/layout/NameandTitleOrganizationalChart"/>
    <dgm:cxn modelId="{F20586FF-626C-4BFA-91E0-99FEE98971A7}" type="presOf" srcId="{1939C5F3-A28F-4205-B71F-B0AADFCEB3E3}" destId="{3C863C0A-5041-4985-95BC-B82755ECB4B1}" srcOrd="0" destOrd="0" presId="urn:microsoft.com/office/officeart/2008/layout/NameandTitleOrganizationalChart"/>
    <dgm:cxn modelId="{54A52244-B4D0-493E-9543-F6E9293E8CA0}" type="presParOf" srcId="{45A73CA1-C3EE-4A83-B983-D254912EC18E}" destId="{14CB07F0-1947-4A68-A8AF-F712B212831B}" srcOrd="0" destOrd="0" presId="urn:microsoft.com/office/officeart/2008/layout/NameandTitleOrganizationalChart"/>
    <dgm:cxn modelId="{931BE6E2-99BF-4256-9304-3CFC408E96EA}" type="presParOf" srcId="{14CB07F0-1947-4A68-A8AF-F712B212831B}" destId="{125D93DC-C8D9-4062-AD56-42FC7D16E1A8}" srcOrd="0" destOrd="0" presId="urn:microsoft.com/office/officeart/2008/layout/NameandTitleOrganizationalChart"/>
    <dgm:cxn modelId="{878835A6-9325-49AE-A5FA-F17318BDA22F}" type="presParOf" srcId="{125D93DC-C8D9-4062-AD56-42FC7D16E1A8}" destId="{A8564275-2598-421B-A0F6-07CB807724C4}" srcOrd="0" destOrd="0" presId="urn:microsoft.com/office/officeart/2008/layout/NameandTitleOrganizationalChart"/>
    <dgm:cxn modelId="{00AFE191-FA5D-49FA-AE9C-FAF2751AC717}" type="presParOf" srcId="{125D93DC-C8D9-4062-AD56-42FC7D16E1A8}" destId="{152C1EBE-C8D6-4A1F-A8E2-94B32C669126}" srcOrd="1" destOrd="0" presId="urn:microsoft.com/office/officeart/2008/layout/NameandTitleOrganizationalChart"/>
    <dgm:cxn modelId="{CA8FEC7C-22C6-4091-8454-92E33B000923}" type="presParOf" srcId="{125D93DC-C8D9-4062-AD56-42FC7D16E1A8}" destId="{08B34F8F-16D7-4CE2-A4E4-C78D6CF5E3AE}" srcOrd="2" destOrd="0" presId="urn:microsoft.com/office/officeart/2008/layout/NameandTitleOrganizationalChart"/>
    <dgm:cxn modelId="{3C469ECF-4D2D-42E3-B52F-D099ADA3C273}" type="presParOf" srcId="{14CB07F0-1947-4A68-A8AF-F712B212831B}" destId="{E18D98ED-F8EE-4248-8CBB-788A33B1537F}" srcOrd="1" destOrd="0" presId="urn:microsoft.com/office/officeart/2008/layout/NameandTitleOrganizationalChart"/>
    <dgm:cxn modelId="{1438B00C-F2AF-4359-8045-F65CAF1CEF6F}" type="presParOf" srcId="{E18D98ED-F8EE-4248-8CBB-788A33B1537F}" destId="{6A8F6CAB-CFA2-4A82-BE18-B52977A90048}" srcOrd="0" destOrd="0" presId="urn:microsoft.com/office/officeart/2008/layout/NameandTitleOrganizationalChart"/>
    <dgm:cxn modelId="{52F3DE2F-363B-4F36-B827-6074E7C5CEB1}" type="presParOf" srcId="{E18D98ED-F8EE-4248-8CBB-788A33B1537F}" destId="{C702E840-A52F-4E92-AC5B-5BCDCA4CD104}" srcOrd="1" destOrd="0" presId="urn:microsoft.com/office/officeart/2008/layout/NameandTitleOrganizationalChart"/>
    <dgm:cxn modelId="{30E73C60-DBD9-4F7C-91EB-BEBAC1126A8B}" type="presParOf" srcId="{C702E840-A52F-4E92-AC5B-5BCDCA4CD104}" destId="{85AE7B25-122C-4833-9AB5-56AE00BED724}" srcOrd="0" destOrd="0" presId="urn:microsoft.com/office/officeart/2008/layout/NameandTitleOrganizationalChart"/>
    <dgm:cxn modelId="{9B675A81-8D56-4672-B9AD-0D63CF505238}" type="presParOf" srcId="{85AE7B25-122C-4833-9AB5-56AE00BED724}" destId="{C9D40276-68D1-49D8-9533-9368DE54D9E5}" srcOrd="0" destOrd="0" presId="urn:microsoft.com/office/officeart/2008/layout/NameandTitleOrganizationalChart"/>
    <dgm:cxn modelId="{22A7D8EB-BBD4-494C-B97A-D5CBDC738D27}" type="presParOf" srcId="{85AE7B25-122C-4833-9AB5-56AE00BED724}" destId="{E65AC6C2-6C2D-43DD-876E-2723568977A9}" srcOrd="1" destOrd="0" presId="urn:microsoft.com/office/officeart/2008/layout/NameandTitleOrganizationalChart"/>
    <dgm:cxn modelId="{2E8317EF-79A7-4602-999A-A0F47C4B24DF}" type="presParOf" srcId="{85AE7B25-122C-4833-9AB5-56AE00BED724}" destId="{5AA731A0-E368-44BB-ADD0-11217C0327F4}" srcOrd="2" destOrd="0" presId="urn:microsoft.com/office/officeart/2008/layout/NameandTitleOrganizationalChart"/>
    <dgm:cxn modelId="{A19AB9E7-9EB3-4018-9373-075016C436F9}" type="presParOf" srcId="{C702E840-A52F-4E92-AC5B-5BCDCA4CD104}" destId="{69FFC235-475E-4DA0-A8CF-ED791C992CEC}" srcOrd="1" destOrd="0" presId="urn:microsoft.com/office/officeart/2008/layout/NameandTitleOrganizationalChart"/>
    <dgm:cxn modelId="{1CF955FB-2CC6-4162-9B5D-F1AEBEF0F934}" type="presParOf" srcId="{69FFC235-475E-4DA0-A8CF-ED791C992CEC}" destId="{CAC22D43-3D3B-4329-9535-EBE698823AC0}" srcOrd="0" destOrd="0" presId="urn:microsoft.com/office/officeart/2008/layout/NameandTitleOrganizationalChart"/>
    <dgm:cxn modelId="{E9C612D4-DBAA-438D-B897-0675E6A3C353}" type="presParOf" srcId="{69FFC235-475E-4DA0-A8CF-ED791C992CEC}" destId="{0DAE79CE-C694-4BD1-B318-8F11D2873717}" srcOrd="1" destOrd="0" presId="urn:microsoft.com/office/officeart/2008/layout/NameandTitleOrganizationalChart"/>
    <dgm:cxn modelId="{5ECC2481-7603-44AE-AF95-50428C9FF250}" type="presParOf" srcId="{0DAE79CE-C694-4BD1-B318-8F11D2873717}" destId="{DA705D25-0FB4-4C23-9E92-B96C41B182DB}" srcOrd="0" destOrd="0" presId="urn:microsoft.com/office/officeart/2008/layout/NameandTitleOrganizationalChart"/>
    <dgm:cxn modelId="{0995C312-89BC-4D30-A7D0-618ED8371182}" type="presParOf" srcId="{DA705D25-0FB4-4C23-9E92-B96C41B182DB}" destId="{256F3121-7B3B-4061-A478-31A24CB8628C}" srcOrd="0" destOrd="0" presId="urn:microsoft.com/office/officeart/2008/layout/NameandTitleOrganizationalChart"/>
    <dgm:cxn modelId="{7553E0B1-CEF8-4038-97DD-4B896B10AF41}" type="presParOf" srcId="{DA705D25-0FB4-4C23-9E92-B96C41B182DB}" destId="{9D5E6150-79D5-4E51-A786-4A085F289F05}" srcOrd="1" destOrd="0" presId="urn:microsoft.com/office/officeart/2008/layout/NameandTitleOrganizationalChart"/>
    <dgm:cxn modelId="{2F9107C0-BCCF-4099-ABBE-7E07051BDE05}" type="presParOf" srcId="{DA705D25-0FB4-4C23-9E92-B96C41B182DB}" destId="{602EDC90-519B-4872-B272-58C22562736C}" srcOrd="2" destOrd="0" presId="urn:microsoft.com/office/officeart/2008/layout/NameandTitleOrganizationalChart"/>
    <dgm:cxn modelId="{8BB93107-DE37-4E54-97F6-8A821740A281}" type="presParOf" srcId="{0DAE79CE-C694-4BD1-B318-8F11D2873717}" destId="{A846866D-2BF9-42F0-8F59-393BA14D18F9}" srcOrd="1" destOrd="0" presId="urn:microsoft.com/office/officeart/2008/layout/NameandTitleOrganizationalChart"/>
    <dgm:cxn modelId="{A7121680-304A-4D63-AD93-229392614899}" type="presParOf" srcId="{0DAE79CE-C694-4BD1-B318-8F11D2873717}" destId="{3D51043F-8C1B-4776-91F5-56D7342E1BBF}" srcOrd="2" destOrd="0" presId="urn:microsoft.com/office/officeart/2008/layout/NameandTitleOrganizationalChart"/>
    <dgm:cxn modelId="{4C6542CA-2DA2-475E-A150-42CFDA1359CC}" type="presParOf" srcId="{69FFC235-475E-4DA0-A8CF-ED791C992CEC}" destId="{BA1C2FB4-946B-463A-9F79-C0B24C436A79}" srcOrd="2" destOrd="0" presId="urn:microsoft.com/office/officeart/2008/layout/NameandTitleOrganizationalChart"/>
    <dgm:cxn modelId="{72A85256-36BA-4038-A45C-4665005969CE}" type="presParOf" srcId="{69FFC235-475E-4DA0-A8CF-ED791C992CEC}" destId="{64DEEFE6-7628-4552-AAC3-BF570A1AF3D3}" srcOrd="3" destOrd="0" presId="urn:microsoft.com/office/officeart/2008/layout/NameandTitleOrganizationalChart"/>
    <dgm:cxn modelId="{D3782F4F-B873-4152-8848-BF8CE2BCCA33}" type="presParOf" srcId="{64DEEFE6-7628-4552-AAC3-BF570A1AF3D3}" destId="{161AD005-2B41-425D-84A7-4D99611A0D4A}" srcOrd="0" destOrd="0" presId="urn:microsoft.com/office/officeart/2008/layout/NameandTitleOrganizationalChart"/>
    <dgm:cxn modelId="{9563C1C4-C441-4461-89F7-AEFAC8C55ABD}" type="presParOf" srcId="{161AD005-2B41-425D-84A7-4D99611A0D4A}" destId="{5FCBB0CE-38CE-47BE-A64A-6D453C6BE728}" srcOrd="0" destOrd="0" presId="urn:microsoft.com/office/officeart/2008/layout/NameandTitleOrganizationalChart"/>
    <dgm:cxn modelId="{D30D090C-9547-448F-B1C4-8334AD0BD863}" type="presParOf" srcId="{161AD005-2B41-425D-84A7-4D99611A0D4A}" destId="{6B9A24D1-C5D7-4605-A958-E487E51DF460}" srcOrd="1" destOrd="0" presId="urn:microsoft.com/office/officeart/2008/layout/NameandTitleOrganizationalChart"/>
    <dgm:cxn modelId="{87F3CC0A-DCA2-4C6B-BD8A-9C1F3BF35362}" type="presParOf" srcId="{161AD005-2B41-425D-84A7-4D99611A0D4A}" destId="{D73DD546-826C-43C9-93A1-DDD4D3D20D0A}" srcOrd="2" destOrd="0" presId="urn:microsoft.com/office/officeart/2008/layout/NameandTitleOrganizationalChart"/>
    <dgm:cxn modelId="{DC9A531A-075D-4894-A5CF-64738CA64DC1}" type="presParOf" srcId="{64DEEFE6-7628-4552-AAC3-BF570A1AF3D3}" destId="{57F9EF11-7680-46DC-96BF-1B9BC62FE06F}" srcOrd="1" destOrd="0" presId="urn:microsoft.com/office/officeart/2008/layout/NameandTitleOrganizationalChart"/>
    <dgm:cxn modelId="{05957970-2D49-4DE8-9644-BD7AE04449D7}" type="presParOf" srcId="{64DEEFE6-7628-4552-AAC3-BF570A1AF3D3}" destId="{C4FE080A-A1E4-4D7D-A6C6-27C24F1388D4}" srcOrd="2" destOrd="0" presId="urn:microsoft.com/office/officeart/2008/layout/NameandTitleOrganizationalChart"/>
    <dgm:cxn modelId="{6B87346C-7253-4BB8-AA5A-7A7AF53CD8F4}" type="presParOf" srcId="{69FFC235-475E-4DA0-A8CF-ED791C992CEC}" destId="{13900296-3332-44AC-9649-B95ECB37D5A3}" srcOrd="4" destOrd="0" presId="urn:microsoft.com/office/officeart/2008/layout/NameandTitleOrganizationalChart"/>
    <dgm:cxn modelId="{76C98389-CC0A-481F-BABA-F7004B41483B}" type="presParOf" srcId="{69FFC235-475E-4DA0-A8CF-ED791C992CEC}" destId="{2B6E1B8B-80C6-4BE0-B618-D13983EF9092}" srcOrd="5" destOrd="0" presId="urn:microsoft.com/office/officeart/2008/layout/NameandTitleOrganizationalChart"/>
    <dgm:cxn modelId="{F1126A2A-469E-41E1-B486-D136218674FC}" type="presParOf" srcId="{2B6E1B8B-80C6-4BE0-B618-D13983EF9092}" destId="{D3193BB6-1760-48C7-9007-2ED8C3F5DED4}" srcOrd="0" destOrd="0" presId="urn:microsoft.com/office/officeart/2008/layout/NameandTitleOrganizationalChart"/>
    <dgm:cxn modelId="{5583C765-5128-4ACE-B843-966B65812206}" type="presParOf" srcId="{D3193BB6-1760-48C7-9007-2ED8C3F5DED4}" destId="{55E34786-810C-49F1-964B-CF22237B0495}" srcOrd="0" destOrd="0" presId="urn:microsoft.com/office/officeart/2008/layout/NameandTitleOrganizationalChart"/>
    <dgm:cxn modelId="{3177CA4E-9052-4C39-BB96-530E933D92BF}" type="presParOf" srcId="{D3193BB6-1760-48C7-9007-2ED8C3F5DED4}" destId="{3ABDFA6B-72F3-4F10-888B-EA2CA464F0C4}" srcOrd="1" destOrd="0" presId="urn:microsoft.com/office/officeart/2008/layout/NameandTitleOrganizationalChart"/>
    <dgm:cxn modelId="{2663AD1A-7869-4ED5-8544-BD0A10A94C84}" type="presParOf" srcId="{D3193BB6-1760-48C7-9007-2ED8C3F5DED4}" destId="{70F21144-06D9-4DC0-AF02-4C31B07C6B7C}" srcOrd="2" destOrd="0" presId="urn:microsoft.com/office/officeart/2008/layout/NameandTitleOrganizationalChart"/>
    <dgm:cxn modelId="{836544F7-D817-4B1F-8CE9-CE5157FECD53}" type="presParOf" srcId="{2B6E1B8B-80C6-4BE0-B618-D13983EF9092}" destId="{3BEB668B-FBF1-4ED8-9CC2-B4E653A96617}" srcOrd="1" destOrd="0" presId="urn:microsoft.com/office/officeart/2008/layout/NameandTitleOrganizationalChart"/>
    <dgm:cxn modelId="{D80C1756-3A6A-4056-B099-8989FFD615E3}" type="presParOf" srcId="{3BEB668B-FBF1-4ED8-9CC2-B4E653A96617}" destId="{6F9337A2-95DF-4C80-8D07-E697FE0736AF}" srcOrd="0" destOrd="0" presId="urn:microsoft.com/office/officeart/2008/layout/NameandTitleOrganizationalChart"/>
    <dgm:cxn modelId="{04F138CB-549D-49B6-B1AB-1BFEE88AF039}" type="presParOf" srcId="{3BEB668B-FBF1-4ED8-9CC2-B4E653A96617}" destId="{55DA669B-511E-4F61-9A91-A0556D17DBDB}" srcOrd="1" destOrd="0" presId="urn:microsoft.com/office/officeart/2008/layout/NameandTitleOrganizationalChart"/>
    <dgm:cxn modelId="{C0B2A879-9BE8-4F56-9E06-7E5F5E4C868C}" type="presParOf" srcId="{55DA669B-511E-4F61-9A91-A0556D17DBDB}" destId="{5594CDF9-B1B0-4CA3-B2C5-56C0B5D48416}" srcOrd="0" destOrd="0" presId="urn:microsoft.com/office/officeart/2008/layout/NameandTitleOrganizationalChart"/>
    <dgm:cxn modelId="{1D10AC1C-01CC-46A3-A14C-6554EF8F425F}" type="presParOf" srcId="{5594CDF9-B1B0-4CA3-B2C5-56C0B5D48416}" destId="{178B3DED-2D19-4FC0-8E86-2849FD8E6FF1}" srcOrd="0" destOrd="0" presId="urn:microsoft.com/office/officeart/2008/layout/NameandTitleOrganizationalChart"/>
    <dgm:cxn modelId="{E052F008-D093-48E6-8F00-F90A3CE7CA72}" type="presParOf" srcId="{5594CDF9-B1B0-4CA3-B2C5-56C0B5D48416}" destId="{3A42FC14-DD59-42F4-A730-EA6134D33D56}" srcOrd="1" destOrd="0" presId="urn:microsoft.com/office/officeart/2008/layout/NameandTitleOrganizationalChart"/>
    <dgm:cxn modelId="{1BFE8C01-8C50-409B-9A28-C77B49E166CE}" type="presParOf" srcId="{5594CDF9-B1B0-4CA3-B2C5-56C0B5D48416}" destId="{E33456FF-1D16-4C67-BBAE-F0DD62259CC6}" srcOrd="2" destOrd="0" presId="urn:microsoft.com/office/officeart/2008/layout/NameandTitleOrganizationalChart"/>
    <dgm:cxn modelId="{7FAF204A-8365-407A-BCB6-E9A46B5A8487}" type="presParOf" srcId="{55DA669B-511E-4F61-9A91-A0556D17DBDB}" destId="{F09E207F-C142-4F17-9767-EC743E498E7D}" srcOrd="1" destOrd="0" presId="urn:microsoft.com/office/officeart/2008/layout/NameandTitleOrganizationalChart"/>
    <dgm:cxn modelId="{49EE72A3-B78F-45F9-BA15-45F4950FCE4C}" type="presParOf" srcId="{55DA669B-511E-4F61-9A91-A0556D17DBDB}" destId="{799922BE-7B10-4D06-83AD-6A393DAFB1F9}" srcOrd="2" destOrd="0" presId="urn:microsoft.com/office/officeart/2008/layout/NameandTitleOrganizationalChart"/>
    <dgm:cxn modelId="{74F911F3-7E67-4DF9-A16A-A160C59C7001}" type="presParOf" srcId="{2B6E1B8B-80C6-4BE0-B618-D13983EF9092}" destId="{65451F71-EE9B-4BA5-9454-E64A79BC5AF3}" srcOrd="2" destOrd="0" presId="urn:microsoft.com/office/officeart/2008/layout/NameandTitleOrganizationalChart"/>
    <dgm:cxn modelId="{82E65E3E-7882-4FB2-9B78-93BBA74269DA}" type="presParOf" srcId="{69FFC235-475E-4DA0-A8CF-ED791C992CEC}" destId="{CCBCF2A1-9D58-4651-8F4E-12A32723DC0D}" srcOrd="6" destOrd="0" presId="urn:microsoft.com/office/officeart/2008/layout/NameandTitleOrganizationalChart"/>
    <dgm:cxn modelId="{08DB29A9-B1F8-4778-81AF-ABADE8299A19}" type="presParOf" srcId="{69FFC235-475E-4DA0-A8CF-ED791C992CEC}" destId="{E940D9CB-E72E-44C8-B3E9-33F44968D4FD}" srcOrd="7" destOrd="0" presId="urn:microsoft.com/office/officeart/2008/layout/NameandTitleOrganizationalChart"/>
    <dgm:cxn modelId="{2E41611F-C2AB-4872-AF5A-FAFCFCDDE2AD}" type="presParOf" srcId="{E940D9CB-E72E-44C8-B3E9-33F44968D4FD}" destId="{FF50EAF0-1F92-490A-B568-656A5BCB160F}" srcOrd="0" destOrd="0" presId="urn:microsoft.com/office/officeart/2008/layout/NameandTitleOrganizationalChart"/>
    <dgm:cxn modelId="{03AB768E-3579-459B-9ED6-68BBF507116B}" type="presParOf" srcId="{FF50EAF0-1F92-490A-B568-656A5BCB160F}" destId="{B4642167-68CB-43DB-9D07-9462D15867BA}" srcOrd="0" destOrd="0" presId="urn:microsoft.com/office/officeart/2008/layout/NameandTitleOrganizationalChart"/>
    <dgm:cxn modelId="{374382B2-A330-43B1-BAF2-0F2E97E3F90F}" type="presParOf" srcId="{FF50EAF0-1F92-490A-B568-656A5BCB160F}" destId="{1F4C9163-B03A-412C-A4A3-109E6C883D9C}" srcOrd="1" destOrd="0" presId="urn:microsoft.com/office/officeart/2008/layout/NameandTitleOrganizationalChart"/>
    <dgm:cxn modelId="{FF5FF816-710A-490A-A8F0-5E40C9F6F8CE}" type="presParOf" srcId="{FF50EAF0-1F92-490A-B568-656A5BCB160F}" destId="{65640C1C-815D-40F3-85BB-FAE6FCDA9EB0}" srcOrd="2" destOrd="0" presId="urn:microsoft.com/office/officeart/2008/layout/NameandTitleOrganizationalChart"/>
    <dgm:cxn modelId="{FE1A3133-5302-4257-A0CB-D2D50F084C59}" type="presParOf" srcId="{E940D9CB-E72E-44C8-B3E9-33F44968D4FD}" destId="{DAFA237B-9114-49F0-8FD1-F1362E385330}" srcOrd="1" destOrd="0" presId="urn:microsoft.com/office/officeart/2008/layout/NameandTitleOrganizationalChart"/>
    <dgm:cxn modelId="{0A7762D2-0409-4B03-B9EE-C0265A446F73}" type="presParOf" srcId="{DAFA237B-9114-49F0-8FD1-F1362E385330}" destId="{D99675E0-3229-4FAA-B4CC-86378A142268}" srcOrd="0" destOrd="0" presId="urn:microsoft.com/office/officeart/2008/layout/NameandTitleOrganizationalChart"/>
    <dgm:cxn modelId="{98DCA6D8-3439-492F-BB67-4F8B0AB0D410}" type="presParOf" srcId="{DAFA237B-9114-49F0-8FD1-F1362E385330}" destId="{A1FEC47F-55BE-4652-B8D4-72ECF12ADD09}" srcOrd="1" destOrd="0" presId="urn:microsoft.com/office/officeart/2008/layout/NameandTitleOrganizationalChart"/>
    <dgm:cxn modelId="{96908BA5-CEBE-4663-90ED-7B754E8C840E}" type="presParOf" srcId="{A1FEC47F-55BE-4652-B8D4-72ECF12ADD09}" destId="{1B777822-4E52-491F-B4BE-70DD6B7AA818}" srcOrd="0" destOrd="0" presId="urn:microsoft.com/office/officeart/2008/layout/NameandTitleOrganizationalChart"/>
    <dgm:cxn modelId="{D104F639-2D20-4F29-B5AE-79F2A4927B2D}" type="presParOf" srcId="{1B777822-4E52-491F-B4BE-70DD6B7AA818}" destId="{27892619-8919-4962-A471-F880A130CA03}" srcOrd="0" destOrd="0" presId="urn:microsoft.com/office/officeart/2008/layout/NameandTitleOrganizationalChart"/>
    <dgm:cxn modelId="{F19306ED-BE33-4DF8-9890-F0A9EACBAAAF}" type="presParOf" srcId="{1B777822-4E52-491F-B4BE-70DD6B7AA818}" destId="{EA79137E-4FC8-4002-BF7E-FD0A10C8B0FA}" srcOrd="1" destOrd="0" presId="urn:microsoft.com/office/officeart/2008/layout/NameandTitleOrganizationalChart"/>
    <dgm:cxn modelId="{4B29EF46-C3C2-47D7-AF4D-6133D91BB75A}" type="presParOf" srcId="{1B777822-4E52-491F-B4BE-70DD6B7AA818}" destId="{A34A52C9-6012-4DEA-A269-ADBF4B9A7E87}" srcOrd="2" destOrd="0" presId="urn:microsoft.com/office/officeart/2008/layout/NameandTitleOrganizationalChart"/>
    <dgm:cxn modelId="{B19B59BB-9C26-4F14-8E57-D2DCF4F16D7D}" type="presParOf" srcId="{A1FEC47F-55BE-4652-B8D4-72ECF12ADD09}" destId="{7507CDEE-9EF3-46C8-9486-FB4C18925DCC}" srcOrd="1" destOrd="0" presId="urn:microsoft.com/office/officeart/2008/layout/NameandTitleOrganizationalChart"/>
    <dgm:cxn modelId="{640C63DC-9007-45B0-8C92-8EA60E661C68}" type="presParOf" srcId="{A1FEC47F-55BE-4652-B8D4-72ECF12ADD09}" destId="{A8FB3A22-868F-4AC5-816A-9E894C7E6401}" srcOrd="2" destOrd="0" presId="urn:microsoft.com/office/officeart/2008/layout/NameandTitleOrganizationalChart"/>
    <dgm:cxn modelId="{F7AB07DC-9133-48E5-98BC-B2AE79D5AC1A}" type="presParOf" srcId="{E940D9CB-E72E-44C8-B3E9-33F44968D4FD}" destId="{6F4981AD-B28F-4796-9C49-E50E79AC3D11}" srcOrd="2" destOrd="0" presId="urn:microsoft.com/office/officeart/2008/layout/NameandTitleOrganizationalChart"/>
    <dgm:cxn modelId="{3CAC2201-9A27-4730-A08F-BC60CCE0A2BC}" type="presParOf" srcId="{69FFC235-475E-4DA0-A8CF-ED791C992CEC}" destId="{2D66C008-556C-4DD2-9FFD-3B1690795FEC}" srcOrd="8" destOrd="0" presId="urn:microsoft.com/office/officeart/2008/layout/NameandTitleOrganizationalChart"/>
    <dgm:cxn modelId="{07532D49-E40F-4624-8CC5-0FDB6A40CC14}" type="presParOf" srcId="{69FFC235-475E-4DA0-A8CF-ED791C992CEC}" destId="{2EE3E211-1514-42F8-B1AA-ED4C9935BF51}" srcOrd="9" destOrd="0" presId="urn:microsoft.com/office/officeart/2008/layout/NameandTitleOrganizationalChart"/>
    <dgm:cxn modelId="{BD03ADFE-FB98-41F0-A527-79CD86DBD17F}" type="presParOf" srcId="{2EE3E211-1514-42F8-B1AA-ED4C9935BF51}" destId="{9A1DB776-C7D9-4468-B24A-720320267539}" srcOrd="0" destOrd="0" presId="urn:microsoft.com/office/officeart/2008/layout/NameandTitleOrganizationalChart"/>
    <dgm:cxn modelId="{EA83B888-26F3-44E2-8DE8-B7A2116677AE}" type="presParOf" srcId="{9A1DB776-C7D9-4468-B24A-720320267539}" destId="{66E80EF2-0AF3-4441-AC74-E964FF0BB2E6}" srcOrd="0" destOrd="0" presId="urn:microsoft.com/office/officeart/2008/layout/NameandTitleOrganizationalChart"/>
    <dgm:cxn modelId="{5836AC88-4FD6-43F0-8D41-FF8363CBF8AC}" type="presParOf" srcId="{9A1DB776-C7D9-4468-B24A-720320267539}" destId="{643804CE-6D87-4A4F-84FD-7CAE22CE3754}" srcOrd="1" destOrd="0" presId="urn:microsoft.com/office/officeart/2008/layout/NameandTitleOrganizationalChart"/>
    <dgm:cxn modelId="{84DCF470-CBA3-47BF-B91E-516E32099B13}" type="presParOf" srcId="{9A1DB776-C7D9-4468-B24A-720320267539}" destId="{66CE3280-A680-4C0F-8FDE-2F23460044F6}" srcOrd="2" destOrd="0" presId="urn:microsoft.com/office/officeart/2008/layout/NameandTitleOrganizationalChart"/>
    <dgm:cxn modelId="{72A3C301-96E9-4890-BA9F-EA15FC969D11}" type="presParOf" srcId="{2EE3E211-1514-42F8-B1AA-ED4C9935BF51}" destId="{1EC768E5-594D-4476-A550-523D1A116517}" srcOrd="1" destOrd="0" presId="urn:microsoft.com/office/officeart/2008/layout/NameandTitleOrganizationalChart"/>
    <dgm:cxn modelId="{653F1ABF-F1A3-4F5A-BAF3-2F2177EBDD61}" type="presParOf" srcId="{2EE3E211-1514-42F8-B1AA-ED4C9935BF51}" destId="{576C6A03-B830-4D1A-BF7A-2F3B0C978F29}" srcOrd="2" destOrd="0" presId="urn:microsoft.com/office/officeart/2008/layout/NameandTitleOrganizationalChart"/>
    <dgm:cxn modelId="{BDBA6D5C-C3A2-4F71-AFB3-953464E6D2B8}" type="presParOf" srcId="{69FFC235-475E-4DA0-A8CF-ED791C992CEC}" destId="{B9E4AF89-2031-4655-86AC-352370416A9E}" srcOrd="10" destOrd="0" presId="urn:microsoft.com/office/officeart/2008/layout/NameandTitleOrganizationalChart"/>
    <dgm:cxn modelId="{D31A13BF-305A-4A59-A3A8-2D51746EBA7F}" type="presParOf" srcId="{69FFC235-475E-4DA0-A8CF-ED791C992CEC}" destId="{F66262C1-98E5-4200-B033-6A538943BBAE}" srcOrd="11" destOrd="0" presId="urn:microsoft.com/office/officeart/2008/layout/NameandTitleOrganizationalChart"/>
    <dgm:cxn modelId="{43A46E0E-A35F-4F19-89C2-8CA9F8488727}" type="presParOf" srcId="{F66262C1-98E5-4200-B033-6A538943BBAE}" destId="{C7851D2C-D584-4514-91D1-1480B3F55812}" srcOrd="0" destOrd="0" presId="urn:microsoft.com/office/officeart/2008/layout/NameandTitleOrganizationalChart"/>
    <dgm:cxn modelId="{41B40F4B-3F4D-488C-AC78-192F3D0A02EA}" type="presParOf" srcId="{C7851D2C-D584-4514-91D1-1480B3F55812}" destId="{E863BBC4-B9AA-4F8D-8572-819DE6800C2A}" srcOrd="0" destOrd="0" presId="urn:microsoft.com/office/officeart/2008/layout/NameandTitleOrganizationalChart"/>
    <dgm:cxn modelId="{8DEF1923-4156-4FB1-B8E4-3F30DFA83915}" type="presParOf" srcId="{C7851D2C-D584-4514-91D1-1480B3F55812}" destId="{02818061-BF60-43B0-A0FC-C5E759F4CBBE}" srcOrd="1" destOrd="0" presId="urn:microsoft.com/office/officeart/2008/layout/NameandTitleOrganizationalChart"/>
    <dgm:cxn modelId="{AF4B3142-2A76-4526-A0F8-0159A5C711A1}" type="presParOf" srcId="{C7851D2C-D584-4514-91D1-1480B3F55812}" destId="{E28ABD93-5DA3-41A7-A6AB-96F84C9ABE65}" srcOrd="2" destOrd="0" presId="urn:microsoft.com/office/officeart/2008/layout/NameandTitleOrganizationalChart"/>
    <dgm:cxn modelId="{9BAA9D95-EF8A-4FC5-A4F0-00A7D42C3951}" type="presParOf" srcId="{F66262C1-98E5-4200-B033-6A538943BBAE}" destId="{C093117A-1FE3-4A26-B3F2-8F742FFC0C04}" srcOrd="1" destOrd="0" presId="urn:microsoft.com/office/officeart/2008/layout/NameandTitleOrganizationalChart"/>
    <dgm:cxn modelId="{03DB7225-0DAC-4F2D-A770-478B31DC3CEC}" type="presParOf" srcId="{F66262C1-98E5-4200-B033-6A538943BBAE}" destId="{F7D1FE3F-B6BD-4D8F-ADF5-E58BDC0C8DBB}" srcOrd="2" destOrd="0" presId="urn:microsoft.com/office/officeart/2008/layout/NameandTitleOrganizationalChart"/>
    <dgm:cxn modelId="{856A8265-CFF6-4E3B-9F32-85CB798B34A5}" type="presParOf" srcId="{69FFC235-475E-4DA0-A8CF-ED791C992CEC}" destId="{55FA3A9F-F7FD-43C5-9F6B-B245B7E285AA}" srcOrd="12" destOrd="0" presId="urn:microsoft.com/office/officeart/2008/layout/NameandTitleOrganizationalChart"/>
    <dgm:cxn modelId="{BC14B04A-0CD2-4CB4-954A-9684279ADC52}" type="presParOf" srcId="{69FFC235-475E-4DA0-A8CF-ED791C992CEC}" destId="{7A06B02F-059D-4CCD-9225-D725495EC57A}" srcOrd="13" destOrd="0" presId="urn:microsoft.com/office/officeart/2008/layout/NameandTitleOrganizationalChart"/>
    <dgm:cxn modelId="{2CDDAC66-333E-4FF8-8A2A-3E4B3109EA02}" type="presParOf" srcId="{7A06B02F-059D-4CCD-9225-D725495EC57A}" destId="{3DFEEAD1-144E-4F5B-A308-191395138BD4}" srcOrd="0" destOrd="0" presId="urn:microsoft.com/office/officeart/2008/layout/NameandTitleOrganizationalChart"/>
    <dgm:cxn modelId="{64374790-3955-4560-BF04-2A33F7D74BF7}" type="presParOf" srcId="{3DFEEAD1-144E-4F5B-A308-191395138BD4}" destId="{A79FF8D8-C381-4998-9F83-7A5881B6B540}" srcOrd="0" destOrd="0" presId="urn:microsoft.com/office/officeart/2008/layout/NameandTitleOrganizationalChart"/>
    <dgm:cxn modelId="{EE9B43D5-7799-4A9D-9640-85A6B113F1AF}" type="presParOf" srcId="{3DFEEAD1-144E-4F5B-A308-191395138BD4}" destId="{A51FC128-D316-4DA8-9F47-B4D239270936}" srcOrd="1" destOrd="0" presId="urn:microsoft.com/office/officeart/2008/layout/NameandTitleOrganizationalChart"/>
    <dgm:cxn modelId="{96A4BEF7-14BD-45B2-AB6F-6FA76F396B6C}" type="presParOf" srcId="{3DFEEAD1-144E-4F5B-A308-191395138BD4}" destId="{9016A5A1-177E-446E-A26C-B3DC84A562C8}" srcOrd="2" destOrd="0" presId="urn:microsoft.com/office/officeart/2008/layout/NameandTitleOrganizationalChart"/>
    <dgm:cxn modelId="{297A5256-4C01-496C-8DB9-26630BA22647}" type="presParOf" srcId="{7A06B02F-059D-4CCD-9225-D725495EC57A}" destId="{4B1B6749-4385-4090-8246-D0EBF5759494}" srcOrd="1" destOrd="0" presId="urn:microsoft.com/office/officeart/2008/layout/NameandTitleOrganizationalChart"/>
    <dgm:cxn modelId="{DA8EE3AC-7101-47DD-9E4B-1FCE6C854A44}" type="presParOf" srcId="{7A06B02F-059D-4CCD-9225-D725495EC57A}" destId="{0C43E9E4-1B88-4B9E-8D25-D2521E3FEDF5}" srcOrd="2" destOrd="0" presId="urn:microsoft.com/office/officeart/2008/layout/NameandTitleOrganizationalChart"/>
    <dgm:cxn modelId="{C2536FF3-54D3-40AA-9AFB-AEBC4A0875F7}" type="presParOf" srcId="{69FFC235-475E-4DA0-A8CF-ED791C992CEC}" destId="{B9797CA3-79FE-4687-8156-7EE2827B6D0F}" srcOrd="14" destOrd="0" presId="urn:microsoft.com/office/officeart/2008/layout/NameandTitleOrganizationalChart"/>
    <dgm:cxn modelId="{3CB73205-AFFE-4CA5-9EF0-1ECC1FDE0DC1}" type="presParOf" srcId="{69FFC235-475E-4DA0-A8CF-ED791C992CEC}" destId="{DA739742-779E-4EAF-B1A7-2F22FC1DF5FF}" srcOrd="15" destOrd="0" presId="urn:microsoft.com/office/officeart/2008/layout/NameandTitleOrganizationalChart"/>
    <dgm:cxn modelId="{5BB5772C-C275-42AB-86F5-CF65A0C49B82}" type="presParOf" srcId="{DA739742-779E-4EAF-B1A7-2F22FC1DF5FF}" destId="{5B449B5F-BEF1-49A1-8566-013EF4008582}" srcOrd="0" destOrd="0" presId="urn:microsoft.com/office/officeart/2008/layout/NameandTitleOrganizationalChart"/>
    <dgm:cxn modelId="{D7BD01C6-EB42-4F8C-9459-6155D62D1FEE}" type="presParOf" srcId="{5B449B5F-BEF1-49A1-8566-013EF4008582}" destId="{3EE12838-2DEB-4648-8033-C09C0BA87427}" srcOrd="0" destOrd="0" presId="urn:microsoft.com/office/officeart/2008/layout/NameandTitleOrganizationalChart"/>
    <dgm:cxn modelId="{14F96BB8-276E-42DF-BF92-99544B80EBD7}" type="presParOf" srcId="{5B449B5F-BEF1-49A1-8566-013EF4008582}" destId="{6B53ADF1-C1AA-41DD-968E-B69F1B501BCE}" srcOrd="1" destOrd="0" presId="urn:microsoft.com/office/officeart/2008/layout/NameandTitleOrganizationalChart"/>
    <dgm:cxn modelId="{1A0B6B47-A1C2-4312-8393-A3D6CC45A7AB}" type="presParOf" srcId="{5B449B5F-BEF1-49A1-8566-013EF4008582}" destId="{C5AE80DC-E0F2-4063-8BFF-DC233912E8D7}" srcOrd="2" destOrd="0" presId="urn:microsoft.com/office/officeart/2008/layout/NameandTitleOrganizationalChart"/>
    <dgm:cxn modelId="{F1CDB909-6C30-454D-AB7C-DFCE1DED0B52}" type="presParOf" srcId="{DA739742-779E-4EAF-B1A7-2F22FC1DF5FF}" destId="{10B83A45-19DF-4696-933D-B6613178F054}" srcOrd="1" destOrd="0" presId="urn:microsoft.com/office/officeart/2008/layout/NameandTitleOrganizationalChart"/>
    <dgm:cxn modelId="{543263FC-A272-4B06-91F7-E309E814C6EF}" type="presParOf" srcId="{DA739742-779E-4EAF-B1A7-2F22FC1DF5FF}" destId="{7F1556F2-3DF9-4966-B328-2EBF504735A3}" srcOrd="2" destOrd="0" presId="urn:microsoft.com/office/officeart/2008/layout/NameandTitleOrganizationalChart"/>
    <dgm:cxn modelId="{3D292647-0819-40EE-B23D-B98D25623B26}" type="presParOf" srcId="{C702E840-A52F-4E92-AC5B-5BCDCA4CD104}" destId="{6B4E688F-A2BC-409A-A635-A81140B6FC81}" srcOrd="2" destOrd="0" presId="urn:microsoft.com/office/officeart/2008/layout/NameandTitleOrganizationalChart"/>
    <dgm:cxn modelId="{2F1D1361-5160-43D1-811D-51A010F09677}" type="presParOf" srcId="{E18D98ED-F8EE-4248-8CBB-788A33B1537F}" destId="{A1533B81-115F-4E25-B860-EC574D7455BF}" srcOrd="2" destOrd="0" presId="urn:microsoft.com/office/officeart/2008/layout/NameandTitleOrganizationalChart"/>
    <dgm:cxn modelId="{D2D0FEFF-292E-4325-9392-2E59B0F178BB}" type="presParOf" srcId="{E18D98ED-F8EE-4248-8CBB-788A33B1537F}" destId="{D5F3532D-C43B-4993-A534-65989176A4A7}" srcOrd="3" destOrd="0" presId="urn:microsoft.com/office/officeart/2008/layout/NameandTitleOrganizationalChart"/>
    <dgm:cxn modelId="{09339D5F-B1E5-455E-8830-06F367C3E05D}" type="presParOf" srcId="{D5F3532D-C43B-4993-A534-65989176A4A7}" destId="{4C80638F-AAF7-478A-9833-AD68EEE32051}" srcOrd="0" destOrd="0" presId="urn:microsoft.com/office/officeart/2008/layout/NameandTitleOrganizationalChart"/>
    <dgm:cxn modelId="{89859287-4C09-4811-A699-96997641BD46}" type="presParOf" srcId="{4C80638F-AAF7-478A-9833-AD68EEE32051}" destId="{1221A9FC-AF6B-4D1D-9C86-AFB9F6CA904D}" srcOrd="0" destOrd="0" presId="urn:microsoft.com/office/officeart/2008/layout/NameandTitleOrganizationalChart"/>
    <dgm:cxn modelId="{EC1ABC2F-E770-472E-9918-7F65B27C4DC9}" type="presParOf" srcId="{4C80638F-AAF7-478A-9833-AD68EEE32051}" destId="{235F504D-4C55-4292-8A27-E9FA748E5822}" srcOrd="1" destOrd="0" presId="urn:microsoft.com/office/officeart/2008/layout/NameandTitleOrganizationalChart"/>
    <dgm:cxn modelId="{3E981465-448B-4E2E-AD07-7C37713A280D}" type="presParOf" srcId="{4C80638F-AAF7-478A-9833-AD68EEE32051}" destId="{36928129-CD2C-460B-8B9A-114A0C2DDB3C}" srcOrd="2" destOrd="0" presId="urn:microsoft.com/office/officeart/2008/layout/NameandTitleOrganizationalChart"/>
    <dgm:cxn modelId="{E6C92981-D541-4431-8A50-C908854D4A50}" type="presParOf" srcId="{D5F3532D-C43B-4993-A534-65989176A4A7}" destId="{0F01EB88-5D0A-47AB-B4BD-ABCE4281B306}" srcOrd="1" destOrd="0" presId="urn:microsoft.com/office/officeart/2008/layout/NameandTitleOrganizationalChart"/>
    <dgm:cxn modelId="{60BDBB85-BFF6-4389-BE96-0000DB9F486F}" type="presParOf" srcId="{0F01EB88-5D0A-47AB-B4BD-ABCE4281B306}" destId="{082E3CB7-FB47-469F-953C-16F352D318D0}" srcOrd="0" destOrd="0" presId="urn:microsoft.com/office/officeart/2008/layout/NameandTitleOrganizationalChart"/>
    <dgm:cxn modelId="{FD8E6E3B-8882-4EE6-8E1A-228B87CCC390}" type="presParOf" srcId="{0F01EB88-5D0A-47AB-B4BD-ABCE4281B306}" destId="{5FD048A2-3E67-4C78-B569-0AA6BA2C9454}" srcOrd="1" destOrd="0" presId="urn:microsoft.com/office/officeart/2008/layout/NameandTitleOrganizationalChart"/>
    <dgm:cxn modelId="{B881830A-978E-43C6-8CF9-977C643FBE52}" type="presParOf" srcId="{5FD048A2-3E67-4C78-B569-0AA6BA2C9454}" destId="{7847A453-B998-43FA-971C-1D3909931F71}" srcOrd="0" destOrd="0" presId="urn:microsoft.com/office/officeart/2008/layout/NameandTitleOrganizationalChart"/>
    <dgm:cxn modelId="{798C16B4-F0B7-4D7F-9B40-400CF03D8B69}" type="presParOf" srcId="{7847A453-B998-43FA-971C-1D3909931F71}" destId="{9509E0B7-8B7C-4370-A1E2-7EBF365C9F6D}" srcOrd="0" destOrd="0" presId="urn:microsoft.com/office/officeart/2008/layout/NameandTitleOrganizationalChart"/>
    <dgm:cxn modelId="{3D38514E-02D0-4173-8FCF-04A4C424F011}" type="presParOf" srcId="{7847A453-B998-43FA-971C-1D3909931F71}" destId="{BF14E658-C924-4693-B0DA-9393F58471F6}" srcOrd="1" destOrd="0" presId="urn:microsoft.com/office/officeart/2008/layout/NameandTitleOrganizationalChart"/>
    <dgm:cxn modelId="{EBD02E1A-2E24-4F03-8F0C-7655897E9D53}" type="presParOf" srcId="{7847A453-B998-43FA-971C-1D3909931F71}" destId="{97020D4C-C452-43ED-960A-D13D2972ADAE}" srcOrd="2" destOrd="0" presId="urn:microsoft.com/office/officeart/2008/layout/NameandTitleOrganizationalChart"/>
    <dgm:cxn modelId="{89D017DA-3F0C-4313-853D-1A74BF07D886}" type="presParOf" srcId="{5FD048A2-3E67-4C78-B569-0AA6BA2C9454}" destId="{1894184B-F395-4D55-A7C4-FE21545E6E41}" srcOrd="1" destOrd="0" presId="urn:microsoft.com/office/officeart/2008/layout/NameandTitleOrganizationalChart"/>
    <dgm:cxn modelId="{101E2B1A-05C9-4A40-AA4B-529124E66928}" type="presParOf" srcId="{5FD048A2-3E67-4C78-B569-0AA6BA2C9454}" destId="{8EE01692-2C0F-4F39-9655-5C8BA83F3AA2}" srcOrd="2" destOrd="0" presId="urn:microsoft.com/office/officeart/2008/layout/NameandTitleOrganizationalChart"/>
    <dgm:cxn modelId="{3C8A97AC-85DD-4C6A-B2AE-1AAECDEE7D75}" type="presParOf" srcId="{0F01EB88-5D0A-47AB-B4BD-ABCE4281B306}" destId="{9AC1BDDE-94BF-40EA-BEE6-185A3CF066F6}" srcOrd="2" destOrd="0" presId="urn:microsoft.com/office/officeart/2008/layout/NameandTitleOrganizationalChart"/>
    <dgm:cxn modelId="{F6BA4379-C95E-4870-9A67-F29DADBF0EEF}" type="presParOf" srcId="{0F01EB88-5D0A-47AB-B4BD-ABCE4281B306}" destId="{411C4C5B-17F6-463D-BF7D-61F790605EE9}" srcOrd="3" destOrd="0" presId="urn:microsoft.com/office/officeart/2008/layout/NameandTitleOrganizationalChart"/>
    <dgm:cxn modelId="{C500D955-1791-4A43-8C99-71435E2D80DA}" type="presParOf" srcId="{411C4C5B-17F6-463D-BF7D-61F790605EE9}" destId="{CD3FF37E-7019-4E4A-A77D-01617054C741}" srcOrd="0" destOrd="0" presId="urn:microsoft.com/office/officeart/2008/layout/NameandTitleOrganizationalChart"/>
    <dgm:cxn modelId="{441B913B-2C7A-47CA-975D-2D61C04B2896}" type="presParOf" srcId="{CD3FF37E-7019-4E4A-A77D-01617054C741}" destId="{D13B98C7-5FF0-4BAB-9B1C-99807108ACA0}" srcOrd="0" destOrd="0" presId="urn:microsoft.com/office/officeart/2008/layout/NameandTitleOrganizationalChart"/>
    <dgm:cxn modelId="{8F92AAC2-54E7-44A0-94C2-9F09F34E21B2}" type="presParOf" srcId="{CD3FF37E-7019-4E4A-A77D-01617054C741}" destId="{DC45A841-CD5E-4FE4-A2EC-BEEA5A0899BA}" srcOrd="1" destOrd="0" presId="urn:microsoft.com/office/officeart/2008/layout/NameandTitleOrganizationalChart"/>
    <dgm:cxn modelId="{40EA1DA0-E7C4-4AE8-BEEC-9AA45397CF8E}" type="presParOf" srcId="{CD3FF37E-7019-4E4A-A77D-01617054C741}" destId="{4594AC16-FF2B-449D-B851-56547230A072}" srcOrd="2" destOrd="0" presId="urn:microsoft.com/office/officeart/2008/layout/NameandTitleOrganizationalChart"/>
    <dgm:cxn modelId="{EC28C72C-2781-4106-9B08-2A02F996946B}" type="presParOf" srcId="{411C4C5B-17F6-463D-BF7D-61F790605EE9}" destId="{0B0EBC80-0203-4CF7-8C9A-89C6F29F51CE}" srcOrd="1" destOrd="0" presId="urn:microsoft.com/office/officeart/2008/layout/NameandTitleOrganizationalChart"/>
    <dgm:cxn modelId="{E00006FD-0EAA-4BB3-BCB6-6671C0131CC4}" type="presParOf" srcId="{411C4C5B-17F6-463D-BF7D-61F790605EE9}" destId="{A49A02B0-23FD-4664-A576-A806FF564C07}" srcOrd="2" destOrd="0" presId="urn:microsoft.com/office/officeart/2008/layout/NameandTitleOrganizationalChart"/>
    <dgm:cxn modelId="{7E7ADEB4-8495-4B65-85AA-0FC4C04331E4}" type="presParOf" srcId="{D5F3532D-C43B-4993-A534-65989176A4A7}" destId="{559D2F07-3409-4871-A659-B3AA138E73B7}" srcOrd="2" destOrd="0" presId="urn:microsoft.com/office/officeart/2008/layout/NameandTitleOrganizationalChart"/>
    <dgm:cxn modelId="{E4675FEC-10C7-4552-A89A-A58D7E70BE73}" type="presParOf" srcId="{E18D98ED-F8EE-4248-8CBB-788A33B1537F}" destId="{B52627E0-15E2-4D52-AB27-FB97A8A85934}" srcOrd="4" destOrd="0" presId="urn:microsoft.com/office/officeart/2008/layout/NameandTitleOrganizationalChart"/>
    <dgm:cxn modelId="{2C7F2432-E0CE-4C2C-A2A3-D0CA7FB56E53}" type="presParOf" srcId="{E18D98ED-F8EE-4248-8CBB-788A33B1537F}" destId="{D4BC41AA-1F89-4978-A57D-344940396949}" srcOrd="5" destOrd="0" presId="urn:microsoft.com/office/officeart/2008/layout/NameandTitleOrganizationalChart"/>
    <dgm:cxn modelId="{29DA05DD-1B52-4518-BF59-BE62F1D6F6F6}" type="presParOf" srcId="{D4BC41AA-1F89-4978-A57D-344940396949}" destId="{56F5ED6B-D778-4104-989D-11DB756B32DF}" srcOrd="0" destOrd="0" presId="urn:microsoft.com/office/officeart/2008/layout/NameandTitleOrganizationalChart"/>
    <dgm:cxn modelId="{064DAB20-D791-40C2-8271-4261D93653C3}" type="presParOf" srcId="{56F5ED6B-D778-4104-989D-11DB756B32DF}" destId="{3DC72D14-76D1-4B20-8B32-C61B8C7E7EF4}" srcOrd="0" destOrd="0" presId="urn:microsoft.com/office/officeart/2008/layout/NameandTitleOrganizationalChart"/>
    <dgm:cxn modelId="{EF13E149-420B-4982-848B-79D4C8896F08}" type="presParOf" srcId="{56F5ED6B-D778-4104-989D-11DB756B32DF}" destId="{A4EF5C3F-F54C-403A-A3DD-E7A87F14140E}" srcOrd="1" destOrd="0" presId="urn:microsoft.com/office/officeart/2008/layout/NameandTitleOrganizationalChart"/>
    <dgm:cxn modelId="{AFF36531-3467-45B0-A6E8-F563A5333D8A}" type="presParOf" srcId="{56F5ED6B-D778-4104-989D-11DB756B32DF}" destId="{1441A62B-4DC6-4163-914A-507FF1743E6C}" srcOrd="2" destOrd="0" presId="urn:microsoft.com/office/officeart/2008/layout/NameandTitleOrganizationalChart"/>
    <dgm:cxn modelId="{39A0BCDF-B6A4-46D7-B8F2-8018C752AC8B}" type="presParOf" srcId="{D4BC41AA-1F89-4978-A57D-344940396949}" destId="{C6A08B02-9297-42EC-9D29-98F0EF859042}" srcOrd="1" destOrd="0" presId="urn:microsoft.com/office/officeart/2008/layout/NameandTitleOrganizationalChart"/>
    <dgm:cxn modelId="{5BC94599-8540-422F-BC85-EF47BCE71502}" type="presParOf" srcId="{D4BC41AA-1F89-4978-A57D-344940396949}" destId="{903591AA-E7C0-4451-A454-1877BAE4C23D}" srcOrd="2" destOrd="0" presId="urn:microsoft.com/office/officeart/2008/layout/NameandTitleOrganizationalChart"/>
    <dgm:cxn modelId="{654FCEE0-69DA-42F2-BA15-CAC3782D1F91}" type="presParOf" srcId="{E18D98ED-F8EE-4248-8CBB-788A33B1537F}" destId="{6C0EEF51-FD3D-4AF5-9A09-036C03BC8D2F}" srcOrd="6" destOrd="0" presId="urn:microsoft.com/office/officeart/2008/layout/NameandTitleOrganizationalChart"/>
    <dgm:cxn modelId="{6D36CDA6-DD3D-4BC7-9877-FF2EE6346E9E}" type="presParOf" srcId="{E18D98ED-F8EE-4248-8CBB-788A33B1537F}" destId="{E04B83F0-3989-4B1D-B1FB-5A593585B261}" srcOrd="7" destOrd="0" presId="urn:microsoft.com/office/officeart/2008/layout/NameandTitleOrganizationalChart"/>
    <dgm:cxn modelId="{07D36D11-ED2A-4037-B200-592EEE1AAA88}" type="presParOf" srcId="{E04B83F0-3989-4B1D-B1FB-5A593585B261}" destId="{08602EF0-828E-4039-B156-CB835446BF7F}" srcOrd="0" destOrd="0" presId="urn:microsoft.com/office/officeart/2008/layout/NameandTitleOrganizationalChart"/>
    <dgm:cxn modelId="{896F6C2F-8673-4934-80BF-F8251EDA6A5E}" type="presParOf" srcId="{08602EF0-828E-4039-B156-CB835446BF7F}" destId="{DBC16C0E-E495-4798-94F5-2E2343326359}" srcOrd="0" destOrd="0" presId="urn:microsoft.com/office/officeart/2008/layout/NameandTitleOrganizationalChart"/>
    <dgm:cxn modelId="{3EF47BB8-DE17-4C4C-9204-18AD73336664}" type="presParOf" srcId="{08602EF0-828E-4039-B156-CB835446BF7F}" destId="{42B8E97B-6D6F-42D7-99CE-59548BC4A840}" srcOrd="1" destOrd="0" presId="urn:microsoft.com/office/officeart/2008/layout/NameandTitleOrganizationalChart"/>
    <dgm:cxn modelId="{7DA48FA0-F90A-4D98-A8DB-79F44498C334}" type="presParOf" srcId="{08602EF0-828E-4039-B156-CB835446BF7F}" destId="{C4967319-ACCD-45C2-BE77-DD9D37ABDAC1}" srcOrd="2" destOrd="0" presId="urn:microsoft.com/office/officeart/2008/layout/NameandTitleOrganizationalChart"/>
    <dgm:cxn modelId="{0B5AE7A9-9116-474F-957A-DF13C2A8A241}" type="presParOf" srcId="{E04B83F0-3989-4B1D-B1FB-5A593585B261}" destId="{CBAFE719-39F5-47EB-A373-483CDCE32099}" srcOrd="1" destOrd="0" presId="urn:microsoft.com/office/officeart/2008/layout/NameandTitleOrganizationalChart"/>
    <dgm:cxn modelId="{557AFF98-5F94-47B1-91AC-CFD1EC90B0EF}" type="presParOf" srcId="{CBAFE719-39F5-47EB-A373-483CDCE32099}" destId="{C0247041-3558-4594-B7D9-424DFD1A5543}" srcOrd="0" destOrd="0" presId="urn:microsoft.com/office/officeart/2008/layout/NameandTitleOrganizationalChart"/>
    <dgm:cxn modelId="{7D0CB9AD-1D60-4747-A86D-A50FD9DB730A}" type="presParOf" srcId="{CBAFE719-39F5-47EB-A373-483CDCE32099}" destId="{E39FC106-E018-49C0-AEE7-0C3DCB12BBA4}" srcOrd="1" destOrd="0" presId="urn:microsoft.com/office/officeart/2008/layout/NameandTitleOrganizationalChart"/>
    <dgm:cxn modelId="{2FFAC9F5-C71D-4B30-AB70-9DACAEB8BA22}" type="presParOf" srcId="{E39FC106-E018-49C0-AEE7-0C3DCB12BBA4}" destId="{21BF8F6F-22C6-42CB-A006-838DB7A8DEBC}" srcOrd="0" destOrd="0" presId="urn:microsoft.com/office/officeart/2008/layout/NameandTitleOrganizationalChart"/>
    <dgm:cxn modelId="{D4F71A1E-BF07-4E6D-82B2-A41B43F11D33}" type="presParOf" srcId="{21BF8F6F-22C6-42CB-A006-838DB7A8DEBC}" destId="{12E9E648-A75A-4F66-83B6-EC46111BFB7E}" srcOrd="0" destOrd="0" presId="urn:microsoft.com/office/officeart/2008/layout/NameandTitleOrganizationalChart"/>
    <dgm:cxn modelId="{3605DC9D-0CE4-4623-B143-221CB4409809}" type="presParOf" srcId="{21BF8F6F-22C6-42CB-A006-838DB7A8DEBC}" destId="{936A443C-659D-4B96-A7CF-C6A8F12C0787}" srcOrd="1" destOrd="0" presId="urn:microsoft.com/office/officeart/2008/layout/NameandTitleOrganizationalChart"/>
    <dgm:cxn modelId="{F2ED3FEB-0500-4CA9-BBFD-05E586292916}" type="presParOf" srcId="{21BF8F6F-22C6-42CB-A006-838DB7A8DEBC}" destId="{070E89B5-2E65-46C5-A555-9A40EA9A5FE2}" srcOrd="2" destOrd="0" presId="urn:microsoft.com/office/officeart/2008/layout/NameandTitleOrganizationalChart"/>
    <dgm:cxn modelId="{7DFC9ADF-2552-4934-888E-1753DA0637FE}" type="presParOf" srcId="{E39FC106-E018-49C0-AEE7-0C3DCB12BBA4}" destId="{AD7506E7-DF6B-42C7-8A30-708B96F1BF0E}" srcOrd="1" destOrd="0" presId="urn:microsoft.com/office/officeart/2008/layout/NameandTitleOrganizationalChart"/>
    <dgm:cxn modelId="{C6D3D31B-06DA-47FD-ABA9-8EB147036BB5}" type="presParOf" srcId="{AD7506E7-DF6B-42C7-8A30-708B96F1BF0E}" destId="{3FF4A8B8-5673-45E7-93ED-6F6898603707}" srcOrd="0" destOrd="0" presId="urn:microsoft.com/office/officeart/2008/layout/NameandTitleOrganizationalChart"/>
    <dgm:cxn modelId="{E5F747EC-5322-42A1-A016-4484C509E5D8}" type="presParOf" srcId="{AD7506E7-DF6B-42C7-8A30-708B96F1BF0E}" destId="{AD4CB2D6-CF50-448E-BCF9-B65D25C036A3}" srcOrd="1" destOrd="0" presId="urn:microsoft.com/office/officeart/2008/layout/NameandTitleOrganizationalChart"/>
    <dgm:cxn modelId="{C6C8BDD9-5949-40EF-BD43-AC3BDA299510}" type="presParOf" srcId="{AD4CB2D6-CF50-448E-BCF9-B65D25C036A3}" destId="{98F2EC66-5115-4B8F-B7C9-5C58FB156304}" srcOrd="0" destOrd="0" presId="urn:microsoft.com/office/officeart/2008/layout/NameandTitleOrganizationalChart"/>
    <dgm:cxn modelId="{6DA2BA3C-909B-4CF7-88FA-EF023BBF516E}" type="presParOf" srcId="{98F2EC66-5115-4B8F-B7C9-5C58FB156304}" destId="{2D84742D-2B8F-4266-87FB-EB85B8A4920F}" srcOrd="0" destOrd="0" presId="urn:microsoft.com/office/officeart/2008/layout/NameandTitleOrganizationalChart"/>
    <dgm:cxn modelId="{36A78D0B-8713-4658-A67F-228BF6A9D9B7}" type="presParOf" srcId="{98F2EC66-5115-4B8F-B7C9-5C58FB156304}" destId="{37968C60-C243-4B7E-B547-E201678DF98C}" srcOrd="1" destOrd="0" presId="urn:microsoft.com/office/officeart/2008/layout/NameandTitleOrganizationalChart"/>
    <dgm:cxn modelId="{119EEF4E-614D-49A3-B49D-2AB7E7D5417A}" type="presParOf" srcId="{98F2EC66-5115-4B8F-B7C9-5C58FB156304}" destId="{97708C21-92A1-4630-A53F-00C821CD41BC}" srcOrd="2" destOrd="0" presId="urn:microsoft.com/office/officeart/2008/layout/NameandTitleOrganizationalChart"/>
    <dgm:cxn modelId="{076E1A2A-5A1F-4C9C-8D8A-BA538B01698E}" type="presParOf" srcId="{AD4CB2D6-CF50-448E-BCF9-B65D25C036A3}" destId="{D492AA2C-315D-4639-A2F7-622C86440FD6}" srcOrd="1" destOrd="0" presId="urn:microsoft.com/office/officeart/2008/layout/NameandTitleOrganizationalChart"/>
    <dgm:cxn modelId="{E8865B0A-31C5-419C-82A3-2343C48B2135}" type="presParOf" srcId="{AD4CB2D6-CF50-448E-BCF9-B65D25C036A3}" destId="{3CEE75CB-AEF3-4ADF-9A48-99482182A9F3}" srcOrd="2" destOrd="0" presId="urn:microsoft.com/office/officeart/2008/layout/NameandTitleOrganizationalChart"/>
    <dgm:cxn modelId="{D22A98D2-E7EB-46D7-8C90-10C102F9B892}" type="presParOf" srcId="{AD7506E7-DF6B-42C7-8A30-708B96F1BF0E}" destId="{C74E67BF-4F3E-4020-9DE4-5DEF17824480}" srcOrd="2" destOrd="0" presId="urn:microsoft.com/office/officeart/2008/layout/NameandTitleOrganizationalChart"/>
    <dgm:cxn modelId="{6003BE27-1EDC-45B2-B97B-348AB330C099}" type="presParOf" srcId="{AD7506E7-DF6B-42C7-8A30-708B96F1BF0E}" destId="{6257AF23-2F24-4DF7-B305-565AC9F9D727}" srcOrd="3" destOrd="0" presId="urn:microsoft.com/office/officeart/2008/layout/NameandTitleOrganizationalChart"/>
    <dgm:cxn modelId="{9302517B-1208-47EB-BB97-97B767CC25FD}" type="presParOf" srcId="{6257AF23-2F24-4DF7-B305-565AC9F9D727}" destId="{BAE0CBAF-0B1A-4770-BEE3-3EF7195ECA94}" srcOrd="0" destOrd="0" presId="urn:microsoft.com/office/officeart/2008/layout/NameandTitleOrganizationalChart"/>
    <dgm:cxn modelId="{5A798FEA-8F5E-498A-B653-B7C6CD101555}" type="presParOf" srcId="{BAE0CBAF-0B1A-4770-BEE3-3EF7195ECA94}" destId="{BF9EB600-CB49-4483-9929-2FABC218E267}" srcOrd="0" destOrd="0" presId="urn:microsoft.com/office/officeart/2008/layout/NameandTitleOrganizationalChart"/>
    <dgm:cxn modelId="{F84CD69C-C3AD-4E68-8205-5DBC167BBC82}" type="presParOf" srcId="{BAE0CBAF-0B1A-4770-BEE3-3EF7195ECA94}" destId="{26BBDFFF-F8AC-41D8-BFBD-6F2A616C8AC6}" srcOrd="1" destOrd="0" presId="urn:microsoft.com/office/officeart/2008/layout/NameandTitleOrganizationalChart"/>
    <dgm:cxn modelId="{D4BF65F1-57D4-47C9-BE1F-17D2AF4614B6}" type="presParOf" srcId="{BAE0CBAF-0B1A-4770-BEE3-3EF7195ECA94}" destId="{964F51CF-33BE-4FE5-A5D8-528E42226501}" srcOrd="2" destOrd="0" presId="urn:microsoft.com/office/officeart/2008/layout/NameandTitleOrganizationalChart"/>
    <dgm:cxn modelId="{C4D93122-D771-4884-9B04-7628226D404B}" type="presParOf" srcId="{6257AF23-2F24-4DF7-B305-565AC9F9D727}" destId="{D2DB09A0-84F3-4731-A074-DD7AD6D9B3D9}" srcOrd="1" destOrd="0" presId="urn:microsoft.com/office/officeart/2008/layout/NameandTitleOrganizationalChart"/>
    <dgm:cxn modelId="{4416AC02-41FD-4340-A15B-75E5AD794A0B}" type="presParOf" srcId="{6257AF23-2F24-4DF7-B305-565AC9F9D727}" destId="{348D4660-AD34-4649-93C9-1C853C61F675}" srcOrd="2" destOrd="0" presId="urn:microsoft.com/office/officeart/2008/layout/NameandTitleOrganizationalChart"/>
    <dgm:cxn modelId="{8017189E-E1B1-4CE1-8CAC-38A34A007691}" type="presParOf" srcId="{E39FC106-E018-49C0-AEE7-0C3DCB12BBA4}" destId="{970036AE-E7D2-4EE8-82D9-D2D9A0AE146D}" srcOrd="2" destOrd="0" presId="urn:microsoft.com/office/officeart/2008/layout/NameandTitleOrganizationalChart"/>
    <dgm:cxn modelId="{43EB8DF1-5649-470E-9E77-F5CEE78B95A3}" type="presParOf" srcId="{CBAFE719-39F5-47EB-A373-483CDCE32099}" destId="{7FEEA284-1E0A-48B8-B684-071585328D1D}" srcOrd="2" destOrd="0" presId="urn:microsoft.com/office/officeart/2008/layout/NameandTitleOrganizationalChart"/>
    <dgm:cxn modelId="{3CF5C460-F52A-40CB-A801-5BF6720A8BA9}" type="presParOf" srcId="{CBAFE719-39F5-47EB-A373-483CDCE32099}" destId="{ADCDF1FD-D23C-454E-B509-4F16108003A4}" srcOrd="3" destOrd="0" presId="urn:microsoft.com/office/officeart/2008/layout/NameandTitleOrganizationalChart"/>
    <dgm:cxn modelId="{CB5D4EBE-E51E-4881-B307-4A463A26C9FC}" type="presParOf" srcId="{ADCDF1FD-D23C-454E-B509-4F16108003A4}" destId="{81A29880-4FD4-4725-8837-EEEEDF75A70E}" srcOrd="0" destOrd="0" presId="urn:microsoft.com/office/officeart/2008/layout/NameandTitleOrganizationalChart"/>
    <dgm:cxn modelId="{5BECEEC0-9319-41CA-9983-8D2BC762D39F}" type="presParOf" srcId="{81A29880-4FD4-4725-8837-EEEEDF75A70E}" destId="{D507B24B-5E12-4F2E-9919-41E644B8C247}" srcOrd="0" destOrd="0" presId="urn:microsoft.com/office/officeart/2008/layout/NameandTitleOrganizationalChart"/>
    <dgm:cxn modelId="{FC38CA8F-EA59-4517-A52E-D30010F54C6E}" type="presParOf" srcId="{81A29880-4FD4-4725-8837-EEEEDF75A70E}" destId="{2F4E8AC8-3146-4994-B37C-7F17D761A9CD}" srcOrd="1" destOrd="0" presId="urn:microsoft.com/office/officeart/2008/layout/NameandTitleOrganizationalChart"/>
    <dgm:cxn modelId="{4CC6E081-1A14-4AAA-9F11-04F3801C6299}" type="presParOf" srcId="{81A29880-4FD4-4725-8837-EEEEDF75A70E}" destId="{8146133A-C530-401C-870A-B443FCB52CA8}" srcOrd="2" destOrd="0" presId="urn:microsoft.com/office/officeart/2008/layout/NameandTitleOrganizationalChart"/>
    <dgm:cxn modelId="{2F0B5FF7-75EE-4A09-92D8-F8C3F8CAF838}" type="presParOf" srcId="{ADCDF1FD-D23C-454E-B509-4F16108003A4}" destId="{37A029D7-0447-4E41-AE3E-517A4AD93724}" srcOrd="1" destOrd="0" presId="urn:microsoft.com/office/officeart/2008/layout/NameandTitleOrganizationalChart"/>
    <dgm:cxn modelId="{3C60C763-48DF-441E-AA08-0EA831EB7E6E}" type="presParOf" srcId="{ADCDF1FD-D23C-454E-B509-4F16108003A4}" destId="{BD418A3C-5E00-410E-A8BB-1ABCB3347E69}" srcOrd="2" destOrd="0" presId="urn:microsoft.com/office/officeart/2008/layout/NameandTitleOrganizationalChart"/>
    <dgm:cxn modelId="{F70CFFAE-E1AE-4BBF-B444-043DDBAB6FDE}" type="presParOf" srcId="{CBAFE719-39F5-47EB-A373-483CDCE32099}" destId="{04808C57-E01A-40CB-A28D-C2D1F0B5F2DC}" srcOrd="4" destOrd="0" presId="urn:microsoft.com/office/officeart/2008/layout/NameandTitleOrganizationalChart"/>
    <dgm:cxn modelId="{63797012-1294-42BD-A053-4EF13501D417}" type="presParOf" srcId="{CBAFE719-39F5-47EB-A373-483CDCE32099}" destId="{C8F772C1-1ADA-4E5C-A700-C7D1A2749E75}" srcOrd="5" destOrd="0" presId="urn:microsoft.com/office/officeart/2008/layout/NameandTitleOrganizationalChart"/>
    <dgm:cxn modelId="{6A276638-CAE2-4081-9B05-2793E80BFFD9}" type="presParOf" srcId="{C8F772C1-1ADA-4E5C-A700-C7D1A2749E75}" destId="{6B5C22F6-0B30-481F-AF8E-7AD3DD609886}" srcOrd="0" destOrd="0" presId="urn:microsoft.com/office/officeart/2008/layout/NameandTitleOrganizationalChart"/>
    <dgm:cxn modelId="{D4364D1F-A1BB-4A9E-BD8B-1C02AD16A093}" type="presParOf" srcId="{6B5C22F6-0B30-481F-AF8E-7AD3DD609886}" destId="{3C863C0A-5041-4985-95BC-B82755ECB4B1}" srcOrd="0" destOrd="0" presId="urn:microsoft.com/office/officeart/2008/layout/NameandTitleOrganizationalChart"/>
    <dgm:cxn modelId="{C38E996D-05CA-43E8-9929-11742A50A9F7}" type="presParOf" srcId="{6B5C22F6-0B30-481F-AF8E-7AD3DD609886}" destId="{9135D62A-B99F-47DF-90B0-60858137E245}" srcOrd="1" destOrd="0" presId="urn:microsoft.com/office/officeart/2008/layout/NameandTitleOrganizationalChart"/>
    <dgm:cxn modelId="{1AEA1EFC-ACA6-4C2A-A294-248DB9D86EC6}" type="presParOf" srcId="{6B5C22F6-0B30-481F-AF8E-7AD3DD609886}" destId="{D9CCDA42-8015-4D74-8A62-F231193882B9}" srcOrd="2" destOrd="0" presId="urn:microsoft.com/office/officeart/2008/layout/NameandTitleOrganizationalChart"/>
    <dgm:cxn modelId="{3A92D730-F8BD-4FA3-B97F-22E1AFF0DE14}" type="presParOf" srcId="{C8F772C1-1ADA-4E5C-A700-C7D1A2749E75}" destId="{5B22E13C-17C4-4180-8E47-5FE3C14C3939}" srcOrd="1" destOrd="0" presId="urn:microsoft.com/office/officeart/2008/layout/NameandTitleOrganizationalChart"/>
    <dgm:cxn modelId="{690B880A-726A-4319-A411-5A20AC6F38D0}" type="presParOf" srcId="{5B22E13C-17C4-4180-8E47-5FE3C14C3939}" destId="{E3A150AC-176D-4D24-B5C6-FE6B71B6EF15}" srcOrd="0" destOrd="0" presId="urn:microsoft.com/office/officeart/2008/layout/NameandTitleOrganizationalChart"/>
    <dgm:cxn modelId="{9BF60DDD-29C7-4835-864C-97DE17E35521}" type="presParOf" srcId="{5B22E13C-17C4-4180-8E47-5FE3C14C3939}" destId="{749A85BF-F5A3-4DAF-98D7-60259E7F6935}" srcOrd="1" destOrd="0" presId="urn:microsoft.com/office/officeart/2008/layout/NameandTitleOrganizationalChart"/>
    <dgm:cxn modelId="{06FB3EC5-2484-4E5C-A5BE-43349545FB75}" type="presParOf" srcId="{749A85BF-F5A3-4DAF-98D7-60259E7F6935}" destId="{6E8A1868-EFBC-41C9-8EA2-9DB74B05FF0A}" srcOrd="0" destOrd="0" presId="urn:microsoft.com/office/officeart/2008/layout/NameandTitleOrganizationalChart"/>
    <dgm:cxn modelId="{8FA9A23E-47D6-4582-840C-6C4F269DD3DD}" type="presParOf" srcId="{6E8A1868-EFBC-41C9-8EA2-9DB74B05FF0A}" destId="{D7BA0DD4-7E1B-4F6A-85E9-17663CEF1934}" srcOrd="0" destOrd="0" presId="urn:microsoft.com/office/officeart/2008/layout/NameandTitleOrganizationalChart"/>
    <dgm:cxn modelId="{659A343C-F8FC-4C9B-88DA-9FBD291E6D17}" type="presParOf" srcId="{6E8A1868-EFBC-41C9-8EA2-9DB74B05FF0A}" destId="{C6832F15-5F5C-4A03-8A60-35FA7A755181}" srcOrd="1" destOrd="0" presId="urn:microsoft.com/office/officeart/2008/layout/NameandTitleOrganizationalChart"/>
    <dgm:cxn modelId="{8A6F7984-CC0C-44D8-86A3-3E7597550120}" type="presParOf" srcId="{6E8A1868-EFBC-41C9-8EA2-9DB74B05FF0A}" destId="{3EB35030-A7EE-4652-8D21-7092DDDEA7B0}" srcOrd="2" destOrd="0" presId="urn:microsoft.com/office/officeart/2008/layout/NameandTitleOrganizationalChart"/>
    <dgm:cxn modelId="{6AB1E986-6CEA-4ED3-98D2-A8AD89572C6B}" type="presParOf" srcId="{749A85BF-F5A3-4DAF-98D7-60259E7F6935}" destId="{185A2A0E-7D20-447D-B704-AE90D852FE6E}" srcOrd="1" destOrd="0" presId="urn:microsoft.com/office/officeart/2008/layout/NameandTitleOrganizationalChart"/>
    <dgm:cxn modelId="{436DBA6F-5F63-40EE-88DF-6FA5AAF44FF5}" type="presParOf" srcId="{185A2A0E-7D20-447D-B704-AE90D852FE6E}" destId="{30206EEB-EBB5-4722-A54A-58669DB2D140}" srcOrd="0" destOrd="0" presId="urn:microsoft.com/office/officeart/2008/layout/NameandTitleOrganizationalChart"/>
    <dgm:cxn modelId="{906C4BC2-2DA9-4543-B9E0-C2662F912A7A}" type="presParOf" srcId="{185A2A0E-7D20-447D-B704-AE90D852FE6E}" destId="{E3534B6B-A01C-4E78-AF92-E624E38554C7}" srcOrd="1" destOrd="0" presId="urn:microsoft.com/office/officeart/2008/layout/NameandTitleOrganizationalChart"/>
    <dgm:cxn modelId="{CED07F4F-030A-4AA7-A77E-186294636AAB}" type="presParOf" srcId="{E3534B6B-A01C-4E78-AF92-E624E38554C7}" destId="{906B3B48-F34B-4B95-A203-9A75FB56C5DA}" srcOrd="0" destOrd="0" presId="urn:microsoft.com/office/officeart/2008/layout/NameandTitleOrganizationalChart"/>
    <dgm:cxn modelId="{D7719127-6F62-4546-9E81-680692A01F20}" type="presParOf" srcId="{906B3B48-F34B-4B95-A203-9A75FB56C5DA}" destId="{961F3284-95B9-47C9-AA43-C3F153BC6009}" srcOrd="0" destOrd="0" presId="urn:microsoft.com/office/officeart/2008/layout/NameandTitleOrganizationalChart"/>
    <dgm:cxn modelId="{11DC1E76-5F1D-480E-BB02-406A62247DD5}" type="presParOf" srcId="{906B3B48-F34B-4B95-A203-9A75FB56C5DA}" destId="{2FC6A16A-FE4A-4F8F-B361-A171EA06BC4E}" srcOrd="1" destOrd="0" presId="urn:microsoft.com/office/officeart/2008/layout/NameandTitleOrganizationalChart"/>
    <dgm:cxn modelId="{0E913452-A71A-44BD-922C-FD7EF8C6BCAD}" type="presParOf" srcId="{906B3B48-F34B-4B95-A203-9A75FB56C5DA}" destId="{85BE51E6-7A47-46E1-B9BE-222555817BF6}" srcOrd="2" destOrd="0" presId="urn:microsoft.com/office/officeart/2008/layout/NameandTitleOrganizationalChart"/>
    <dgm:cxn modelId="{CE690715-BB88-49EB-8B6C-DFA7FBCA338A}" type="presParOf" srcId="{E3534B6B-A01C-4E78-AF92-E624E38554C7}" destId="{012D15DD-75B5-4CE8-822A-9B0211C049D9}" srcOrd="1" destOrd="0" presId="urn:microsoft.com/office/officeart/2008/layout/NameandTitleOrganizationalChart"/>
    <dgm:cxn modelId="{92B87B15-8396-40AC-A1E3-A7B73C61FCFC}" type="presParOf" srcId="{E3534B6B-A01C-4E78-AF92-E624E38554C7}" destId="{B3471EFA-4432-4C98-9746-0B0725C27604}" srcOrd="2" destOrd="0" presId="urn:microsoft.com/office/officeart/2008/layout/NameandTitleOrganizationalChart"/>
    <dgm:cxn modelId="{E57B9E20-5033-45CF-9413-E9210B5A9CBB}" type="presParOf" srcId="{185A2A0E-7D20-447D-B704-AE90D852FE6E}" destId="{690AF545-BEB5-40D5-9B1B-243133383807}" srcOrd="2" destOrd="0" presId="urn:microsoft.com/office/officeart/2008/layout/NameandTitleOrganizationalChart"/>
    <dgm:cxn modelId="{53BD6E31-2628-448B-A9B4-80F25A00907B}" type="presParOf" srcId="{185A2A0E-7D20-447D-B704-AE90D852FE6E}" destId="{12ECC39A-4F8F-4DFC-BDD4-FAECD3A9E72A}" srcOrd="3" destOrd="0" presId="urn:microsoft.com/office/officeart/2008/layout/NameandTitleOrganizationalChart"/>
    <dgm:cxn modelId="{7C002E9C-C7B8-4B16-8C07-3B94E70926F6}" type="presParOf" srcId="{12ECC39A-4F8F-4DFC-BDD4-FAECD3A9E72A}" destId="{A1F6B2CA-3A1D-4CFB-9860-3FEAF2333897}" srcOrd="0" destOrd="0" presId="urn:microsoft.com/office/officeart/2008/layout/NameandTitleOrganizationalChart"/>
    <dgm:cxn modelId="{C17D3682-C71C-4A31-B696-5CAA9F8527BE}" type="presParOf" srcId="{A1F6B2CA-3A1D-4CFB-9860-3FEAF2333897}" destId="{AF515711-F727-4A72-959E-1F682DD7BCFE}" srcOrd="0" destOrd="0" presId="urn:microsoft.com/office/officeart/2008/layout/NameandTitleOrganizationalChart"/>
    <dgm:cxn modelId="{5103DFD1-72D2-4678-A488-BE13408D2DCD}" type="presParOf" srcId="{A1F6B2CA-3A1D-4CFB-9860-3FEAF2333897}" destId="{BA33832A-ED11-4835-BA00-0BF520780FAE}" srcOrd="1" destOrd="0" presId="urn:microsoft.com/office/officeart/2008/layout/NameandTitleOrganizationalChart"/>
    <dgm:cxn modelId="{448C5A22-AA90-4648-B887-770443EC9BFA}" type="presParOf" srcId="{A1F6B2CA-3A1D-4CFB-9860-3FEAF2333897}" destId="{F799E85E-2421-4CCB-83EB-934628387C04}" srcOrd="2" destOrd="0" presId="urn:microsoft.com/office/officeart/2008/layout/NameandTitleOrganizationalChart"/>
    <dgm:cxn modelId="{E26F2A1A-639F-4D9B-92BB-409ACFD0421F}" type="presParOf" srcId="{12ECC39A-4F8F-4DFC-BDD4-FAECD3A9E72A}" destId="{843491DF-6A4A-4D4B-908A-0738E230B0C8}" srcOrd="1" destOrd="0" presId="urn:microsoft.com/office/officeart/2008/layout/NameandTitleOrganizationalChart"/>
    <dgm:cxn modelId="{797BE3B7-BC8B-459A-8575-766599333CA9}" type="presParOf" srcId="{12ECC39A-4F8F-4DFC-BDD4-FAECD3A9E72A}" destId="{D0FFE7AD-DD7B-4E71-AC40-AF7188C05404}" srcOrd="2" destOrd="0" presId="urn:microsoft.com/office/officeart/2008/layout/NameandTitleOrganizationalChart"/>
    <dgm:cxn modelId="{E37473FD-0AC0-4607-8642-42392D24E089}" type="presParOf" srcId="{749A85BF-F5A3-4DAF-98D7-60259E7F6935}" destId="{7FCAF8F9-6027-4B38-AB59-BABAD006BDCF}" srcOrd="2" destOrd="0" presId="urn:microsoft.com/office/officeart/2008/layout/NameandTitleOrganizationalChart"/>
    <dgm:cxn modelId="{E4ED1358-F148-408A-8F05-30C50400A963}" type="presParOf" srcId="{5B22E13C-17C4-4180-8E47-5FE3C14C3939}" destId="{DFAADC32-E3F2-4DA4-A2BB-BE91795318C9}" srcOrd="2" destOrd="0" presId="urn:microsoft.com/office/officeart/2008/layout/NameandTitleOrganizationalChart"/>
    <dgm:cxn modelId="{4AA72115-8080-4C43-9B59-D9E397CD55EE}" type="presParOf" srcId="{5B22E13C-17C4-4180-8E47-5FE3C14C3939}" destId="{CB2DF304-6C79-480A-B01C-23D06D74EFA7}" srcOrd="3" destOrd="0" presId="urn:microsoft.com/office/officeart/2008/layout/NameandTitleOrganizationalChart"/>
    <dgm:cxn modelId="{2C3DF327-AA41-475A-840D-FC7D0DD829B6}" type="presParOf" srcId="{CB2DF304-6C79-480A-B01C-23D06D74EFA7}" destId="{88C57593-39BB-47DD-9909-A5021924AA31}" srcOrd="0" destOrd="0" presId="urn:microsoft.com/office/officeart/2008/layout/NameandTitleOrganizationalChart"/>
    <dgm:cxn modelId="{94AE86E7-6E0A-4CFD-A1DC-F6DC39ABA785}" type="presParOf" srcId="{88C57593-39BB-47DD-9909-A5021924AA31}" destId="{42019EFA-4E0A-4AD3-AF3D-8B4FE2DD591E}" srcOrd="0" destOrd="0" presId="urn:microsoft.com/office/officeart/2008/layout/NameandTitleOrganizationalChart"/>
    <dgm:cxn modelId="{43EB3D57-30F4-47D5-ABFC-5663E6F67FC1}" type="presParOf" srcId="{88C57593-39BB-47DD-9909-A5021924AA31}" destId="{CE2DADDA-3A0F-4379-94BC-107535E31C3A}" srcOrd="1" destOrd="0" presId="urn:microsoft.com/office/officeart/2008/layout/NameandTitleOrganizationalChart"/>
    <dgm:cxn modelId="{BBAB2461-AAE9-48EC-B779-59984665E4B9}" type="presParOf" srcId="{88C57593-39BB-47DD-9909-A5021924AA31}" destId="{F6C93043-FF70-4BF5-B021-5F558A006964}" srcOrd="2" destOrd="0" presId="urn:microsoft.com/office/officeart/2008/layout/NameandTitleOrganizationalChart"/>
    <dgm:cxn modelId="{B6B81517-4C89-43EA-AB9D-F900362776E3}" type="presParOf" srcId="{CB2DF304-6C79-480A-B01C-23D06D74EFA7}" destId="{857FACE2-BFF1-412E-962E-BC2DF38442F5}" srcOrd="1" destOrd="0" presId="urn:microsoft.com/office/officeart/2008/layout/NameandTitleOrganizationalChart"/>
    <dgm:cxn modelId="{6886E9BF-3F8C-4DC2-8C4E-6B0EF9D48478}" type="presParOf" srcId="{CB2DF304-6C79-480A-B01C-23D06D74EFA7}" destId="{3182C9C8-0138-4A59-9167-EB74F32053A7}" srcOrd="2" destOrd="0" presId="urn:microsoft.com/office/officeart/2008/layout/NameandTitleOrganizationalChart"/>
    <dgm:cxn modelId="{04A1004A-A17B-41D3-956F-CF5A50F5D47A}" type="presParOf" srcId="{5B22E13C-17C4-4180-8E47-5FE3C14C3939}" destId="{916BCB7B-F9EC-4241-8C40-611C6C506C12}" srcOrd="4" destOrd="0" presId="urn:microsoft.com/office/officeart/2008/layout/NameandTitleOrganizationalChart"/>
    <dgm:cxn modelId="{A0E6EDFF-83EE-4EC4-8CEE-41D9408ED56C}" type="presParOf" srcId="{5B22E13C-17C4-4180-8E47-5FE3C14C3939}" destId="{2B95DA2E-0B90-4AD9-84E5-8EF159737DB9}" srcOrd="5" destOrd="0" presId="urn:microsoft.com/office/officeart/2008/layout/NameandTitleOrganizationalChart"/>
    <dgm:cxn modelId="{15C2C382-B071-4DFD-ABD2-F8147B43E842}" type="presParOf" srcId="{2B95DA2E-0B90-4AD9-84E5-8EF159737DB9}" destId="{90F98507-60BB-4F73-8CCF-EC41F2BAD202}" srcOrd="0" destOrd="0" presId="urn:microsoft.com/office/officeart/2008/layout/NameandTitleOrganizationalChart"/>
    <dgm:cxn modelId="{5804B21F-CC3C-446D-87BF-4AA3342F4923}" type="presParOf" srcId="{90F98507-60BB-4F73-8CCF-EC41F2BAD202}" destId="{DBB5E0AC-1CDE-4636-8013-716CB8589ACD}" srcOrd="0" destOrd="0" presId="urn:microsoft.com/office/officeart/2008/layout/NameandTitleOrganizationalChart"/>
    <dgm:cxn modelId="{FF858574-32B6-4415-A067-E154B3BA682E}" type="presParOf" srcId="{90F98507-60BB-4F73-8CCF-EC41F2BAD202}" destId="{87F008DE-75E2-4F37-8D5A-CA6698677B61}" srcOrd="1" destOrd="0" presId="urn:microsoft.com/office/officeart/2008/layout/NameandTitleOrganizationalChart"/>
    <dgm:cxn modelId="{6F1ABBDF-87C4-45A3-868C-F51BAD7A81CA}" type="presParOf" srcId="{90F98507-60BB-4F73-8CCF-EC41F2BAD202}" destId="{E313E172-87C0-4A89-8121-2CBD99DBEDA9}" srcOrd="2" destOrd="0" presId="urn:microsoft.com/office/officeart/2008/layout/NameandTitleOrganizationalChart"/>
    <dgm:cxn modelId="{99239660-3489-4765-9CAC-D4FE3861B127}" type="presParOf" srcId="{2B95DA2E-0B90-4AD9-84E5-8EF159737DB9}" destId="{E33CDD52-B19A-413B-9FBD-E45CBD02A803}" srcOrd="1" destOrd="0" presId="urn:microsoft.com/office/officeart/2008/layout/NameandTitleOrganizationalChart"/>
    <dgm:cxn modelId="{AC89DAB7-A605-459A-ABB9-9FD7E41E296C}" type="presParOf" srcId="{2B95DA2E-0B90-4AD9-84E5-8EF159737DB9}" destId="{EF69096C-53ED-4935-B06E-B46FA2486289}" srcOrd="2" destOrd="0" presId="urn:microsoft.com/office/officeart/2008/layout/NameandTitleOrganizationalChart"/>
    <dgm:cxn modelId="{ADF6A5CC-9695-4FA1-95B1-EAF9ED7B359F}" type="presParOf" srcId="{5B22E13C-17C4-4180-8E47-5FE3C14C3939}" destId="{0D19D584-5F8D-4C38-A535-62FDC50C0C57}" srcOrd="6" destOrd="0" presId="urn:microsoft.com/office/officeart/2008/layout/NameandTitleOrganizationalChart"/>
    <dgm:cxn modelId="{D5E4575E-D937-46CA-AE2D-870E2DD6210A}" type="presParOf" srcId="{5B22E13C-17C4-4180-8E47-5FE3C14C3939}" destId="{87166665-E361-4BFB-9ECD-07D2A1699778}" srcOrd="7" destOrd="0" presId="urn:microsoft.com/office/officeart/2008/layout/NameandTitleOrganizationalChart"/>
    <dgm:cxn modelId="{A52784A4-3059-48ED-8468-FFD36A553EE2}" type="presParOf" srcId="{87166665-E361-4BFB-9ECD-07D2A1699778}" destId="{69D8878E-06AF-4038-8F82-73549D3E157D}" srcOrd="0" destOrd="0" presId="urn:microsoft.com/office/officeart/2008/layout/NameandTitleOrganizationalChart"/>
    <dgm:cxn modelId="{792843F8-10E1-4E3C-A181-C11994204AF3}" type="presParOf" srcId="{69D8878E-06AF-4038-8F82-73549D3E157D}" destId="{06F5D158-7A0E-4F50-9CFE-1F257A0BAEA9}" srcOrd="0" destOrd="0" presId="urn:microsoft.com/office/officeart/2008/layout/NameandTitleOrganizationalChart"/>
    <dgm:cxn modelId="{45284CC8-23D6-4371-9135-0ECEE337B45D}" type="presParOf" srcId="{69D8878E-06AF-4038-8F82-73549D3E157D}" destId="{6DB73675-B62F-4B74-8C97-4604537B0046}" srcOrd="1" destOrd="0" presId="urn:microsoft.com/office/officeart/2008/layout/NameandTitleOrganizationalChart"/>
    <dgm:cxn modelId="{51E6538D-ED24-487D-B237-2203EEA96B73}" type="presParOf" srcId="{69D8878E-06AF-4038-8F82-73549D3E157D}" destId="{E51BBCE9-9FC3-464A-BD67-1F9250DE0192}" srcOrd="2" destOrd="0" presId="urn:microsoft.com/office/officeart/2008/layout/NameandTitleOrganizationalChart"/>
    <dgm:cxn modelId="{7868DA0C-8336-479C-89DF-6BDA7E10154A}" type="presParOf" srcId="{87166665-E361-4BFB-9ECD-07D2A1699778}" destId="{C6A87F6B-2EC5-4F83-A154-A406622998AF}" srcOrd="1" destOrd="0" presId="urn:microsoft.com/office/officeart/2008/layout/NameandTitleOrganizationalChart"/>
    <dgm:cxn modelId="{4CBADB63-0DAF-416A-9483-1312695BA73E}" type="presParOf" srcId="{87166665-E361-4BFB-9ECD-07D2A1699778}" destId="{3DE37DED-3784-4AB7-97C5-7EAB86ECBA61}" srcOrd="2" destOrd="0" presId="urn:microsoft.com/office/officeart/2008/layout/NameandTitleOrganizationalChart"/>
    <dgm:cxn modelId="{068C892B-718A-4F62-8491-9AF3F9985442}" type="presParOf" srcId="{C8F772C1-1ADA-4E5C-A700-C7D1A2749E75}" destId="{0B26AA63-F88B-4685-A213-4E3E63D7B988}" srcOrd="2" destOrd="0" presId="urn:microsoft.com/office/officeart/2008/layout/NameandTitleOrganizationalChart"/>
    <dgm:cxn modelId="{40EF5AC5-B197-4D29-80E1-8648CE3F4144}" type="presParOf" srcId="{CBAFE719-39F5-47EB-A373-483CDCE32099}" destId="{3F14A7CD-0D34-4FAD-8064-7FA3C22F2754}" srcOrd="6" destOrd="0" presId="urn:microsoft.com/office/officeart/2008/layout/NameandTitleOrganizationalChart"/>
    <dgm:cxn modelId="{FB020827-DE23-42D9-9AC8-65C63E60C627}" type="presParOf" srcId="{CBAFE719-39F5-47EB-A373-483CDCE32099}" destId="{5E111051-B8A0-4281-8F5C-6DA35272D4DA}" srcOrd="7" destOrd="0" presId="urn:microsoft.com/office/officeart/2008/layout/NameandTitleOrganizationalChart"/>
    <dgm:cxn modelId="{37F9165B-44DC-4AB9-ACD9-791519D723F4}" type="presParOf" srcId="{5E111051-B8A0-4281-8F5C-6DA35272D4DA}" destId="{86A9FC63-7E5A-46EF-9BCB-88220BD83ABF}" srcOrd="0" destOrd="0" presId="urn:microsoft.com/office/officeart/2008/layout/NameandTitleOrganizationalChart"/>
    <dgm:cxn modelId="{497EB1F7-4BC4-4799-B3A2-974855D508EB}" type="presParOf" srcId="{86A9FC63-7E5A-46EF-9BCB-88220BD83ABF}" destId="{1DEA3AA1-A079-4631-8D42-26132B7C5D4F}" srcOrd="0" destOrd="0" presId="urn:microsoft.com/office/officeart/2008/layout/NameandTitleOrganizationalChart"/>
    <dgm:cxn modelId="{051BA4EB-0936-4159-9F20-096BF1A57635}" type="presParOf" srcId="{86A9FC63-7E5A-46EF-9BCB-88220BD83ABF}" destId="{A1A03255-6A4F-4670-AD37-6E6B4D93EA54}" srcOrd="1" destOrd="0" presId="urn:microsoft.com/office/officeart/2008/layout/NameandTitleOrganizationalChart"/>
    <dgm:cxn modelId="{93622557-CA0C-4A50-81F3-CF2C985D9E30}" type="presParOf" srcId="{86A9FC63-7E5A-46EF-9BCB-88220BD83ABF}" destId="{B20683F5-A281-4EE8-B11F-A4813290AA05}" srcOrd="2" destOrd="0" presId="urn:microsoft.com/office/officeart/2008/layout/NameandTitleOrganizationalChart"/>
    <dgm:cxn modelId="{72BFF12B-E1A8-468D-BD9A-0CC81B1C72C7}" type="presParOf" srcId="{5E111051-B8A0-4281-8F5C-6DA35272D4DA}" destId="{CF5D7965-3353-4361-8766-5372A2811430}" srcOrd="1" destOrd="0" presId="urn:microsoft.com/office/officeart/2008/layout/NameandTitleOrganizationalChart"/>
    <dgm:cxn modelId="{66FAA458-DE61-421B-B759-3A8696CC2AFE}" type="presParOf" srcId="{CF5D7965-3353-4361-8766-5372A2811430}" destId="{6C468357-DB22-4D78-B8E1-58868F49A9D0}" srcOrd="0" destOrd="0" presId="urn:microsoft.com/office/officeart/2008/layout/NameandTitleOrganizationalChart"/>
    <dgm:cxn modelId="{ADE97D09-DC7F-4350-B6F1-C7B6EC4073D2}" type="presParOf" srcId="{CF5D7965-3353-4361-8766-5372A2811430}" destId="{F25CC8A1-3937-4F55-993D-FC2F621F0F87}" srcOrd="1" destOrd="0" presId="urn:microsoft.com/office/officeart/2008/layout/NameandTitleOrganizationalChart"/>
    <dgm:cxn modelId="{598BFF01-9ED6-499A-8F03-AD147C7A0FDA}" type="presParOf" srcId="{F25CC8A1-3937-4F55-993D-FC2F621F0F87}" destId="{FEEC0F32-79BB-400D-9A7D-415D8CCDF1C0}" srcOrd="0" destOrd="0" presId="urn:microsoft.com/office/officeart/2008/layout/NameandTitleOrganizationalChart"/>
    <dgm:cxn modelId="{11C75631-8366-4B92-8D50-F32D9FE2F7E7}" type="presParOf" srcId="{FEEC0F32-79BB-400D-9A7D-415D8CCDF1C0}" destId="{DCF6720C-BC3A-45B6-92D2-61DA17E3EA51}" srcOrd="0" destOrd="0" presId="urn:microsoft.com/office/officeart/2008/layout/NameandTitleOrganizationalChart"/>
    <dgm:cxn modelId="{67416C49-0365-4C99-83F3-6594A68FDEDA}" type="presParOf" srcId="{FEEC0F32-79BB-400D-9A7D-415D8CCDF1C0}" destId="{222808C5-228F-4845-9C07-0450D6740F9C}" srcOrd="1" destOrd="0" presId="urn:microsoft.com/office/officeart/2008/layout/NameandTitleOrganizationalChart"/>
    <dgm:cxn modelId="{7AEA61C8-6FCB-4FAD-A088-6E75E7827FFA}" type="presParOf" srcId="{FEEC0F32-79BB-400D-9A7D-415D8CCDF1C0}" destId="{8114110E-E92F-4CC7-A00E-FC93681AA853}" srcOrd="2" destOrd="0" presId="urn:microsoft.com/office/officeart/2008/layout/NameandTitleOrganizationalChart"/>
    <dgm:cxn modelId="{7F642015-A0E1-4A85-9FC4-BC413546223E}" type="presParOf" srcId="{F25CC8A1-3937-4F55-993D-FC2F621F0F87}" destId="{149DD162-4B2E-42C2-9B9F-2B50F6BF34A8}" srcOrd="1" destOrd="0" presId="urn:microsoft.com/office/officeart/2008/layout/NameandTitleOrganizationalChart"/>
    <dgm:cxn modelId="{4A7D5064-2012-4F4E-BA59-69523C860C07}" type="presParOf" srcId="{F25CC8A1-3937-4F55-993D-FC2F621F0F87}" destId="{769B7AB9-BE8C-4504-BB7D-869D50C606F8}" srcOrd="2" destOrd="0" presId="urn:microsoft.com/office/officeart/2008/layout/NameandTitleOrganizationalChart"/>
    <dgm:cxn modelId="{5566DF03-0AA8-4BBD-811B-39C544BCEDF8}" type="presParOf" srcId="{5E111051-B8A0-4281-8F5C-6DA35272D4DA}" destId="{5135F630-0F3D-40C2-8278-CDE7A6C318D4}" srcOrd="2" destOrd="0" presId="urn:microsoft.com/office/officeart/2008/layout/NameandTitleOrganizationalChart"/>
    <dgm:cxn modelId="{33C76ABE-0428-4151-84AD-298895394163}" type="presParOf" srcId="{CBAFE719-39F5-47EB-A373-483CDCE32099}" destId="{06756CD2-EA04-4312-91B8-E5474A53F2E0}" srcOrd="8" destOrd="0" presId="urn:microsoft.com/office/officeart/2008/layout/NameandTitleOrganizationalChart"/>
    <dgm:cxn modelId="{5202211D-988E-4B30-97E9-773A3B66532B}" type="presParOf" srcId="{CBAFE719-39F5-47EB-A373-483CDCE32099}" destId="{0CF3BA58-7EBB-4072-BBC9-732C229540DB}" srcOrd="9" destOrd="0" presId="urn:microsoft.com/office/officeart/2008/layout/NameandTitleOrganizationalChart"/>
    <dgm:cxn modelId="{4377B5FE-3E38-4586-ACE9-C3B88D393461}" type="presParOf" srcId="{0CF3BA58-7EBB-4072-BBC9-732C229540DB}" destId="{2078A5E3-E9B2-4F50-9C75-2EA1D879799E}" srcOrd="0" destOrd="0" presId="urn:microsoft.com/office/officeart/2008/layout/NameandTitleOrganizationalChart"/>
    <dgm:cxn modelId="{B1EC5075-9EC2-4F81-BDEA-C9C68DFB9E69}" type="presParOf" srcId="{2078A5E3-E9B2-4F50-9C75-2EA1D879799E}" destId="{0FACBF82-A022-4DD2-9212-717A41F27A9E}" srcOrd="0" destOrd="0" presId="urn:microsoft.com/office/officeart/2008/layout/NameandTitleOrganizationalChart"/>
    <dgm:cxn modelId="{5A1A9E1B-EC61-4655-B085-ABB56FB01572}" type="presParOf" srcId="{2078A5E3-E9B2-4F50-9C75-2EA1D879799E}" destId="{FC3849CA-F21B-49CB-A423-D5548F5366D7}" srcOrd="1" destOrd="0" presId="urn:microsoft.com/office/officeart/2008/layout/NameandTitleOrganizationalChart"/>
    <dgm:cxn modelId="{1745AA2E-5BCF-4244-8178-067E16A825EE}" type="presParOf" srcId="{2078A5E3-E9B2-4F50-9C75-2EA1D879799E}" destId="{8B1274CF-A6D3-47BB-8CA4-1506C25B23AC}" srcOrd="2" destOrd="0" presId="urn:microsoft.com/office/officeart/2008/layout/NameandTitleOrganizationalChart"/>
    <dgm:cxn modelId="{9F245C74-5794-4073-8279-A03532B5097F}" type="presParOf" srcId="{0CF3BA58-7EBB-4072-BBC9-732C229540DB}" destId="{82F6B5DB-E783-4EF3-9F32-AE4113300788}" srcOrd="1" destOrd="0" presId="urn:microsoft.com/office/officeart/2008/layout/NameandTitleOrganizationalChart"/>
    <dgm:cxn modelId="{2DC9BC7F-9086-49DC-AE4A-3CB258D111E0}" type="presParOf" srcId="{82F6B5DB-E783-4EF3-9F32-AE4113300788}" destId="{DCC035EE-6056-41ED-B3EF-6FDFE6C476DA}" srcOrd="0" destOrd="0" presId="urn:microsoft.com/office/officeart/2008/layout/NameandTitleOrganizationalChart"/>
    <dgm:cxn modelId="{AF1B79E6-87F8-4986-B03B-DD399A5E9125}" type="presParOf" srcId="{82F6B5DB-E783-4EF3-9F32-AE4113300788}" destId="{2F5B77D8-09BA-42E2-88FA-BEBCD9CEA528}" srcOrd="1" destOrd="0" presId="urn:microsoft.com/office/officeart/2008/layout/NameandTitleOrganizationalChart"/>
    <dgm:cxn modelId="{988D339C-09C2-4B44-8C0A-13274471170E}" type="presParOf" srcId="{2F5B77D8-09BA-42E2-88FA-BEBCD9CEA528}" destId="{11892975-CF5C-4EBA-B0BF-B5D014C68907}" srcOrd="0" destOrd="0" presId="urn:microsoft.com/office/officeart/2008/layout/NameandTitleOrganizationalChart"/>
    <dgm:cxn modelId="{EF847931-1920-4DA9-A033-0107FE0910BB}" type="presParOf" srcId="{11892975-CF5C-4EBA-B0BF-B5D014C68907}" destId="{B3CC2B4A-5E78-4762-8861-D1C6C362D903}" srcOrd="0" destOrd="0" presId="urn:microsoft.com/office/officeart/2008/layout/NameandTitleOrganizationalChart"/>
    <dgm:cxn modelId="{C80DC8BB-86C0-41E4-917E-3211313884B8}" type="presParOf" srcId="{11892975-CF5C-4EBA-B0BF-B5D014C68907}" destId="{65BDCBAF-3101-404B-946D-2BDBC04C6774}" srcOrd="1" destOrd="0" presId="urn:microsoft.com/office/officeart/2008/layout/NameandTitleOrganizationalChart"/>
    <dgm:cxn modelId="{98436DF2-67F8-4688-9CF4-0844D1724D17}" type="presParOf" srcId="{11892975-CF5C-4EBA-B0BF-B5D014C68907}" destId="{2F4E6C1A-4E15-42C1-87F6-6526726AC646}" srcOrd="2" destOrd="0" presId="urn:microsoft.com/office/officeart/2008/layout/NameandTitleOrganizationalChart"/>
    <dgm:cxn modelId="{993739E6-D0F7-42B3-A5DA-591BBB45FE49}" type="presParOf" srcId="{2F5B77D8-09BA-42E2-88FA-BEBCD9CEA528}" destId="{7614CF91-3EC2-45EF-A294-917455038808}" srcOrd="1" destOrd="0" presId="urn:microsoft.com/office/officeart/2008/layout/NameandTitleOrganizationalChart"/>
    <dgm:cxn modelId="{A6189902-C525-4174-B14B-94923F74DB61}" type="presParOf" srcId="{2F5B77D8-09BA-42E2-88FA-BEBCD9CEA528}" destId="{607E4997-7B8B-446E-B271-C40B9A723F63}" srcOrd="2" destOrd="0" presId="urn:microsoft.com/office/officeart/2008/layout/NameandTitleOrganizationalChart"/>
    <dgm:cxn modelId="{548DC3ED-4776-46DD-8016-19A24FFB7415}" type="presParOf" srcId="{82F6B5DB-E783-4EF3-9F32-AE4113300788}" destId="{85DA11DE-AD3C-4B49-8C96-04A129C72590}" srcOrd="2" destOrd="0" presId="urn:microsoft.com/office/officeart/2008/layout/NameandTitleOrganizationalChart"/>
    <dgm:cxn modelId="{1AA1FFE2-0AE5-42DF-A6E2-C22E87690DBF}" type="presParOf" srcId="{82F6B5DB-E783-4EF3-9F32-AE4113300788}" destId="{CB4FFB3D-49CD-4E5D-A2FC-2540EAA34EDE}" srcOrd="3" destOrd="0" presId="urn:microsoft.com/office/officeart/2008/layout/NameandTitleOrganizationalChart"/>
    <dgm:cxn modelId="{03862E99-C8EF-4581-A496-5646CB155428}" type="presParOf" srcId="{CB4FFB3D-49CD-4E5D-A2FC-2540EAA34EDE}" destId="{04ECCD81-252A-450E-A77A-29D8123C5803}" srcOrd="0" destOrd="0" presId="urn:microsoft.com/office/officeart/2008/layout/NameandTitleOrganizationalChart"/>
    <dgm:cxn modelId="{A1291BA9-9605-4803-963A-620F3FB00F8D}" type="presParOf" srcId="{04ECCD81-252A-450E-A77A-29D8123C5803}" destId="{7C21743D-3A06-47AD-B65C-13C6184828B0}" srcOrd="0" destOrd="0" presId="urn:microsoft.com/office/officeart/2008/layout/NameandTitleOrganizationalChart"/>
    <dgm:cxn modelId="{77E43BD8-1717-460E-B1A3-B384CA71DBC1}" type="presParOf" srcId="{04ECCD81-252A-450E-A77A-29D8123C5803}" destId="{19BCD064-21BA-4838-8559-31DA27A5DA3C}" srcOrd="1" destOrd="0" presId="urn:microsoft.com/office/officeart/2008/layout/NameandTitleOrganizationalChart"/>
    <dgm:cxn modelId="{319C35E7-0ADB-49E9-B134-98ED2B3E557A}" type="presParOf" srcId="{04ECCD81-252A-450E-A77A-29D8123C5803}" destId="{66EBAABA-58F1-4C42-851F-185BC32A8821}" srcOrd="2" destOrd="0" presId="urn:microsoft.com/office/officeart/2008/layout/NameandTitleOrganizationalChart"/>
    <dgm:cxn modelId="{CDE1E02F-2BDA-461D-8A7F-370A5BF4B998}" type="presParOf" srcId="{CB4FFB3D-49CD-4E5D-A2FC-2540EAA34EDE}" destId="{CEA37AB6-CB9B-4E77-8091-9C055B5DC0AF}" srcOrd="1" destOrd="0" presId="urn:microsoft.com/office/officeart/2008/layout/NameandTitleOrganizationalChart"/>
    <dgm:cxn modelId="{BADDFE47-80DD-41CF-AB1C-40D07CC1FDEE}" type="presParOf" srcId="{CB4FFB3D-49CD-4E5D-A2FC-2540EAA34EDE}" destId="{EB8D0C2E-8111-40BD-8805-65518C5E94DC}" srcOrd="2" destOrd="0" presId="urn:microsoft.com/office/officeart/2008/layout/NameandTitleOrganizationalChart"/>
    <dgm:cxn modelId="{28BD112A-4B5B-4962-BD70-E4D912A5A54B}" type="presParOf" srcId="{82F6B5DB-E783-4EF3-9F32-AE4113300788}" destId="{BB41D771-D2B6-4E9C-BD08-6EEA86B075CF}" srcOrd="4" destOrd="0" presId="urn:microsoft.com/office/officeart/2008/layout/NameandTitleOrganizationalChart"/>
    <dgm:cxn modelId="{81AEE157-482C-48D6-89E8-93CE316B77E2}" type="presParOf" srcId="{82F6B5DB-E783-4EF3-9F32-AE4113300788}" destId="{80DA58AE-18BC-4634-9428-8DBDF6E4BEDD}" srcOrd="5" destOrd="0" presId="urn:microsoft.com/office/officeart/2008/layout/NameandTitleOrganizationalChart"/>
    <dgm:cxn modelId="{599D2AEE-9795-4E6A-A40D-42A998F801AF}" type="presParOf" srcId="{80DA58AE-18BC-4634-9428-8DBDF6E4BEDD}" destId="{E6ED6D88-CDFC-4EB8-AA43-EC1962446541}" srcOrd="0" destOrd="0" presId="urn:microsoft.com/office/officeart/2008/layout/NameandTitleOrganizationalChart"/>
    <dgm:cxn modelId="{815F5304-8D1E-48AA-ADEF-035186A6A094}" type="presParOf" srcId="{E6ED6D88-CDFC-4EB8-AA43-EC1962446541}" destId="{001960A0-48E9-4F4A-8944-1D7F333E20DE}" srcOrd="0" destOrd="0" presId="urn:microsoft.com/office/officeart/2008/layout/NameandTitleOrganizationalChart"/>
    <dgm:cxn modelId="{1853A95F-1B63-403C-91DD-3768EFC54796}" type="presParOf" srcId="{E6ED6D88-CDFC-4EB8-AA43-EC1962446541}" destId="{B97E9DD8-49DB-4AA0-8DDA-78CA45E3A56A}" srcOrd="1" destOrd="0" presId="urn:microsoft.com/office/officeart/2008/layout/NameandTitleOrganizationalChart"/>
    <dgm:cxn modelId="{0BF182C5-BA2F-49B1-8FAE-5A455797D4EA}" type="presParOf" srcId="{E6ED6D88-CDFC-4EB8-AA43-EC1962446541}" destId="{70241CAC-8D7B-4AEB-9441-F36668B21ACE}" srcOrd="2" destOrd="0" presId="urn:microsoft.com/office/officeart/2008/layout/NameandTitleOrganizationalChart"/>
    <dgm:cxn modelId="{825DC0B4-6AB0-4068-8126-8289C5997965}" type="presParOf" srcId="{80DA58AE-18BC-4634-9428-8DBDF6E4BEDD}" destId="{A6DE33BC-FAE1-4BF1-97F9-F2E3A2F8AE2D}" srcOrd="1" destOrd="0" presId="urn:microsoft.com/office/officeart/2008/layout/NameandTitleOrganizationalChart"/>
    <dgm:cxn modelId="{DDB74709-5B29-4002-A408-89EC86A0C688}" type="presParOf" srcId="{80DA58AE-18BC-4634-9428-8DBDF6E4BEDD}" destId="{78A0DD4B-72EC-41C4-A0AC-04B2B669DDD0}" srcOrd="2" destOrd="0" presId="urn:microsoft.com/office/officeart/2008/layout/NameandTitleOrganizationalChart"/>
    <dgm:cxn modelId="{6A1B067E-CBD1-4FA7-9322-26D1C9ADCA76}" type="presParOf" srcId="{0CF3BA58-7EBB-4072-BBC9-732C229540DB}" destId="{D6D20A70-457A-484F-9040-78CB0EB36DEC}" srcOrd="2" destOrd="0" presId="urn:microsoft.com/office/officeart/2008/layout/NameandTitleOrganizationalChart"/>
    <dgm:cxn modelId="{9FD2107C-78DF-493C-A6B0-096D0F7F3184}" type="presParOf" srcId="{E04B83F0-3989-4B1D-B1FB-5A593585B261}" destId="{A26CF340-F8B8-46CE-AD3F-8E889B8E5C0E}" srcOrd="2" destOrd="0" presId="urn:microsoft.com/office/officeart/2008/layout/NameandTitleOrganizationalChart"/>
    <dgm:cxn modelId="{775B5E99-2841-4F97-BC8E-7D26C5596230}" type="presParOf" srcId="{14CB07F0-1947-4A68-A8AF-F712B212831B}" destId="{91135115-63C7-4BA4-8603-F3EF9E27B209}" srcOrd="2" destOrd="0" presId="urn:microsoft.com/office/officeart/2008/layout/NameandTitleOrganizationalChart"/>
    <dgm:cxn modelId="{9B5F8CFD-21E6-486E-82BC-B54E9F90A235}" type="presParOf" srcId="{91135115-63C7-4BA4-8603-F3EF9E27B209}" destId="{998DD542-F7EA-4360-A854-56BC4A476AE7}" srcOrd="0" destOrd="0" presId="urn:microsoft.com/office/officeart/2008/layout/NameandTitleOrganizationalChart"/>
    <dgm:cxn modelId="{BA6851ED-CE43-4274-877F-E45D722556E7}" type="presParOf" srcId="{91135115-63C7-4BA4-8603-F3EF9E27B209}" destId="{6898EB0D-F32A-4A9F-8131-4018448E6052}" srcOrd="1" destOrd="0" presId="urn:microsoft.com/office/officeart/2008/layout/NameandTitleOrganizationalChart"/>
    <dgm:cxn modelId="{95C3C19C-A356-408E-9C8D-683296151F11}" type="presParOf" srcId="{6898EB0D-F32A-4A9F-8131-4018448E6052}" destId="{ADCBFEB6-1FBD-4E6E-97E3-D2C897A5798B}" srcOrd="0" destOrd="0" presId="urn:microsoft.com/office/officeart/2008/layout/NameandTitleOrganizationalChart"/>
    <dgm:cxn modelId="{5E1922F8-E98E-449D-AA1A-BE9B7C02E6F6}" type="presParOf" srcId="{ADCBFEB6-1FBD-4E6E-97E3-D2C897A5798B}" destId="{850E22CA-BB19-4905-99CE-1BA601CBFCCD}" srcOrd="0" destOrd="0" presId="urn:microsoft.com/office/officeart/2008/layout/NameandTitleOrganizationalChart"/>
    <dgm:cxn modelId="{768B3495-541B-4B4F-A35B-C038A7148513}" type="presParOf" srcId="{ADCBFEB6-1FBD-4E6E-97E3-D2C897A5798B}" destId="{1E73E35F-9D2D-4F86-AE21-6CE3507EEDBD}" srcOrd="1" destOrd="0" presId="urn:microsoft.com/office/officeart/2008/layout/NameandTitleOrganizationalChart"/>
    <dgm:cxn modelId="{A0C3B530-4805-4E1D-BE77-CF82E58F4198}" type="presParOf" srcId="{ADCBFEB6-1FBD-4E6E-97E3-D2C897A5798B}" destId="{38FA17E2-0F01-4D32-90FA-7A54CE2010E9}" srcOrd="2" destOrd="0" presId="urn:microsoft.com/office/officeart/2008/layout/NameandTitleOrganizationalChart"/>
    <dgm:cxn modelId="{EEB0B34A-84E7-4FC1-96E4-9E6C29DB8F41}" type="presParOf" srcId="{6898EB0D-F32A-4A9F-8131-4018448E6052}" destId="{8F477026-7951-4CE0-8C62-DB545B001F5D}" srcOrd="1" destOrd="0" presId="urn:microsoft.com/office/officeart/2008/layout/NameandTitleOrganizationalChart"/>
    <dgm:cxn modelId="{826CF9D5-9DFA-49D6-825D-B6BA1058395B}" type="presParOf" srcId="{6898EB0D-F32A-4A9F-8131-4018448E6052}" destId="{A605CD59-89FA-4011-9ED9-6A37FD7ABB00}"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DD542-F7EA-4360-A854-56BC4A476AE7}">
      <dsp:nvSpPr>
        <dsp:cNvPr id="0" name=""/>
        <dsp:cNvSpPr/>
      </dsp:nvSpPr>
      <dsp:spPr>
        <a:xfrm>
          <a:off x="4609019" y="658068"/>
          <a:ext cx="146179" cy="477560"/>
        </a:xfrm>
        <a:custGeom>
          <a:avLst/>
          <a:gdLst/>
          <a:ahLst/>
          <a:cxnLst/>
          <a:rect l="0" t="0" r="0" b="0"/>
          <a:pathLst>
            <a:path>
              <a:moveTo>
                <a:pt x="146179" y="0"/>
              </a:moveTo>
              <a:lnTo>
                <a:pt x="146179" y="477560"/>
              </a:lnTo>
              <a:lnTo>
                <a:pt x="0" y="47756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1D771-D2B6-4E9C-BD08-6EEA86B075CF}">
      <dsp:nvSpPr>
        <dsp:cNvPr id="0" name=""/>
        <dsp:cNvSpPr/>
      </dsp:nvSpPr>
      <dsp:spPr>
        <a:xfrm>
          <a:off x="10490669" y="2771549"/>
          <a:ext cx="142827" cy="1870927"/>
        </a:xfrm>
        <a:custGeom>
          <a:avLst/>
          <a:gdLst/>
          <a:ahLst/>
          <a:cxnLst/>
          <a:rect l="0" t="0" r="0" b="0"/>
          <a:pathLst>
            <a:path>
              <a:moveTo>
                <a:pt x="0" y="0"/>
              </a:moveTo>
              <a:lnTo>
                <a:pt x="0" y="1870927"/>
              </a:lnTo>
              <a:lnTo>
                <a:pt x="142827" y="187092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A11DE-AD3C-4B49-8C96-04A129C72590}">
      <dsp:nvSpPr>
        <dsp:cNvPr id="0" name=""/>
        <dsp:cNvSpPr/>
      </dsp:nvSpPr>
      <dsp:spPr>
        <a:xfrm>
          <a:off x="10490669" y="2771549"/>
          <a:ext cx="142827" cy="1171817"/>
        </a:xfrm>
        <a:custGeom>
          <a:avLst/>
          <a:gdLst/>
          <a:ahLst/>
          <a:cxnLst/>
          <a:rect l="0" t="0" r="0" b="0"/>
          <a:pathLst>
            <a:path>
              <a:moveTo>
                <a:pt x="0" y="0"/>
              </a:moveTo>
              <a:lnTo>
                <a:pt x="0" y="1171817"/>
              </a:lnTo>
              <a:lnTo>
                <a:pt x="142827" y="117181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C035EE-6056-41ED-B3EF-6FDFE6C476DA}">
      <dsp:nvSpPr>
        <dsp:cNvPr id="0" name=""/>
        <dsp:cNvSpPr/>
      </dsp:nvSpPr>
      <dsp:spPr>
        <a:xfrm>
          <a:off x="10490669" y="2771549"/>
          <a:ext cx="142827" cy="472707"/>
        </a:xfrm>
        <a:custGeom>
          <a:avLst/>
          <a:gdLst/>
          <a:ahLst/>
          <a:cxnLst/>
          <a:rect l="0" t="0" r="0" b="0"/>
          <a:pathLst>
            <a:path>
              <a:moveTo>
                <a:pt x="0" y="0"/>
              </a:moveTo>
              <a:lnTo>
                <a:pt x="0" y="472707"/>
              </a:lnTo>
              <a:lnTo>
                <a:pt x="142827" y="47270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756CD2-EA04-4312-91B8-E5474A53F2E0}">
      <dsp:nvSpPr>
        <dsp:cNvPr id="0" name=""/>
        <dsp:cNvSpPr/>
      </dsp:nvSpPr>
      <dsp:spPr>
        <a:xfrm>
          <a:off x="8061551" y="2056288"/>
          <a:ext cx="2771439" cy="272162"/>
        </a:xfrm>
        <a:custGeom>
          <a:avLst/>
          <a:gdLst/>
          <a:ahLst/>
          <a:cxnLst/>
          <a:rect l="0" t="0" r="0" b="0"/>
          <a:pathLst>
            <a:path>
              <a:moveTo>
                <a:pt x="0" y="0"/>
              </a:moveTo>
              <a:lnTo>
                <a:pt x="0" y="168773"/>
              </a:lnTo>
              <a:lnTo>
                <a:pt x="2771439" y="168773"/>
              </a:lnTo>
              <a:lnTo>
                <a:pt x="2771439" y="27216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468357-DB22-4D78-B8E1-58868F49A9D0}">
      <dsp:nvSpPr>
        <dsp:cNvPr id="0" name=""/>
        <dsp:cNvSpPr/>
      </dsp:nvSpPr>
      <dsp:spPr>
        <a:xfrm>
          <a:off x="9264307" y="2771549"/>
          <a:ext cx="169315" cy="480057"/>
        </a:xfrm>
        <a:custGeom>
          <a:avLst/>
          <a:gdLst/>
          <a:ahLst/>
          <a:cxnLst/>
          <a:rect l="0" t="0" r="0" b="0"/>
          <a:pathLst>
            <a:path>
              <a:moveTo>
                <a:pt x="0" y="0"/>
              </a:moveTo>
              <a:lnTo>
                <a:pt x="0" y="480057"/>
              </a:lnTo>
              <a:lnTo>
                <a:pt x="169315" y="48005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14A7CD-0D34-4FAD-8064-7FA3C22F2754}">
      <dsp:nvSpPr>
        <dsp:cNvPr id="0" name=""/>
        <dsp:cNvSpPr/>
      </dsp:nvSpPr>
      <dsp:spPr>
        <a:xfrm>
          <a:off x="8061551" y="2056288"/>
          <a:ext cx="1545077" cy="272162"/>
        </a:xfrm>
        <a:custGeom>
          <a:avLst/>
          <a:gdLst/>
          <a:ahLst/>
          <a:cxnLst/>
          <a:rect l="0" t="0" r="0" b="0"/>
          <a:pathLst>
            <a:path>
              <a:moveTo>
                <a:pt x="0" y="0"/>
              </a:moveTo>
              <a:lnTo>
                <a:pt x="0" y="168773"/>
              </a:lnTo>
              <a:lnTo>
                <a:pt x="1545077" y="168773"/>
              </a:lnTo>
              <a:lnTo>
                <a:pt x="1545077" y="27216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19D584-5F8D-4C38-A535-62FDC50C0C57}">
      <dsp:nvSpPr>
        <dsp:cNvPr id="0" name=""/>
        <dsp:cNvSpPr/>
      </dsp:nvSpPr>
      <dsp:spPr>
        <a:xfrm>
          <a:off x="7531559" y="2771549"/>
          <a:ext cx="179817" cy="3278300"/>
        </a:xfrm>
        <a:custGeom>
          <a:avLst/>
          <a:gdLst/>
          <a:ahLst/>
          <a:cxnLst/>
          <a:rect l="0" t="0" r="0" b="0"/>
          <a:pathLst>
            <a:path>
              <a:moveTo>
                <a:pt x="0" y="0"/>
              </a:moveTo>
              <a:lnTo>
                <a:pt x="0" y="3278300"/>
              </a:lnTo>
              <a:lnTo>
                <a:pt x="179817" y="327830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6BCB7B-F9EC-4241-8C40-611C6C506C12}">
      <dsp:nvSpPr>
        <dsp:cNvPr id="0" name=""/>
        <dsp:cNvSpPr/>
      </dsp:nvSpPr>
      <dsp:spPr>
        <a:xfrm>
          <a:off x="7531559" y="2771549"/>
          <a:ext cx="179817" cy="2579190"/>
        </a:xfrm>
        <a:custGeom>
          <a:avLst/>
          <a:gdLst/>
          <a:ahLst/>
          <a:cxnLst/>
          <a:rect l="0" t="0" r="0" b="0"/>
          <a:pathLst>
            <a:path>
              <a:moveTo>
                <a:pt x="0" y="0"/>
              </a:moveTo>
              <a:lnTo>
                <a:pt x="0" y="2579190"/>
              </a:lnTo>
              <a:lnTo>
                <a:pt x="179817" y="257919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AADC32-E3F2-4DA4-A2BB-BE91795318C9}">
      <dsp:nvSpPr>
        <dsp:cNvPr id="0" name=""/>
        <dsp:cNvSpPr/>
      </dsp:nvSpPr>
      <dsp:spPr>
        <a:xfrm>
          <a:off x="7531559" y="2771549"/>
          <a:ext cx="179817" cy="1880081"/>
        </a:xfrm>
        <a:custGeom>
          <a:avLst/>
          <a:gdLst/>
          <a:ahLst/>
          <a:cxnLst/>
          <a:rect l="0" t="0" r="0" b="0"/>
          <a:pathLst>
            <a:path>
              <a:moveTo>
                <a:pt x="0" y="0"/>
              </a:moveTo>
              <a:lnTo>
                <a:pt x="0" y="1880081"/>
              </a:lnTo>
              <a:lnTo>
                <a:pt x="179817" y="1880081"/>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0AF545-BEB5-40D5-9B1B-243133383807}">
      <dsp:nvSpPr>
        <dsp:cNvPr id="0" name=""/>
        <dsp:cNvSpPr/>
      </dsp:nvSpPr>
      <dsp:spPr>
        <a:xfrm>
          <a:off x="8713360" y="3474959"/>
          <a:ext cx="574082" cy="256012"/>
        </a:xfrm>
        <a:custGeom>
          <a:avLst/>
          <a:gdLst/>
          <a:ahLst/>
          <a:cxnLst/>
          <a:rect l="0" t="0" r="0" b="0"/>
          <a:pathLst>
            <a:path>
              <a:moveTo>
                <a:pt x="0" y="0"/>
              </a:moveTo>
              <a:lnTo>
                <a:pt x="0" y="152622"/>
              </a:lnTo>
              <a:lnTo>
                <a:pt x="574082" y="152622"/>
              </a:lnTo>
              <a:lnTo>
                <a:pt x="574082" y="2560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206EEB-EBB5-4722-A54A-58669DB2D140}">
      <dsp:nvSpPr>
        <dsp:cNvPr id="0" name=""/>
        <dsp:cNvSpPr/>
      </dsp:nvSpPr>
      <dsp:spPr>
        <a:xfrm>
          <a:off x="8139278" y="3474959"/>
          <a:ext cx="574082" cy="256012"/>
        </a:xfrm>
        <a:custGeom>
          <a:avLst/>
          <a:gdLst/>
          <a:ahLst/>
          <a:cxnLst/>
          <a:rect l="0" t="0" r="0" b="0"/>
          <a:pathLst>
            <a:path>
              <a:moveTo>
                <a:pt x="574082" y="0"/>
              </a:moveTo>
              <a:lnTo>
                <a:pt x="574082" y="152622"/>
              </a:lnTo>
              <a:lnTo>
                <a:pt x="0" y="152622"/>
              </a:lnTo>
              <a:lnTo>
                <a:pt x="0" y="2560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A150AC-176D-4D24-B5C6-FE6B71B6EF15}">
      <dsp:nvSpPr>
        <dsp:cNvPr id="0" name=""/>
        <dsp:cNvSpPr/>
      </dsp:nvSpPr>
      <dsp:spPr>
        <a:xfrm>
          <a:off x="7531559" y="2771549"/>
          <a:ext cx="753899" cy="481861"/>
        </a:xfrm>
        <a:custGeom>
          <a:avLst/>
          <a:gdLst/>
          <a:ahLst/>
          <a:cxnLst/>
          <a:rect l="0" t="0" r="0" b="0"/>
          <a:pathLst>
            <a:path>
              <a:moveTo>
                <a:pt x="0" y="0"/>
              </a:moveTo>
              <a:lnTo>
                <a:pt x="0" y="481861"/>
              </a:lnTo>
              <a:lnTo>
                <a:pt x="753899" y="481861"/>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808C57-E01A-40CB-A28D-C2D1F0B5F2DC}">
      <dsp:nvSpPr>
        <dsp:cNvPr id="0" name=""/>
        <dsp:cNvSpPr/>
      </dsp:nvSpPr>
      <dsp:spPr>
        <a:xfrm>
          <a:off x="7873881" y="2056288"/>
          <a:ext cx="187670" cy="272162"/>
        </a:xfrm>
        <a:custGeom>
          <a:avLst/>
          <a:gdLst/>
          <a:ahLst/>
          <a:cxnLst/>
          <a:rect l="0" t="0" r="0" b="0"/>
          <a:pathLst>
            <a:path>
              <a:moveTo>
                <a:pt x="187670" y="0"/>
              </a:moveTo>
              <a:lnTo>
                <a:pt x="187670" y="168773"/>
              </a:lnTo>
              <a:lnTo>
                <a:pt x="0" y="168773"/>
              </a:lnTo>
              <a:lnTo>
                <a:pt x="0" y="27216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EEA284-1E0A-48B8-B684-071585328D1D}">
      <dsp:nvSpPr>
        <dsp:cNvPr id="0" name=""/>
        <dsp:cNvSpPr/>
      </dsp:nvSpPr>
      <dsp:spPr>
        <a:xfrm>
          <a:off x="6668785" y="2056288"/>
          <a:ext cx="1392766" cy="272162"/>
        </a:xfrm>
        <a:custGeom>
          <a:avLst/>
          <a:gdLst/>
          <a:ahLst/>
          <a:cxnLst/>
          <a:rect l="0" t="0" r="0" b="0"/>
          <a:pathLst>
            <a:path>
              <a:moveTo>
                <a:pt x="1392766" y="0"/>
              </a:moveTo>
              <a:lnTo>
                <a:pt x="1392766" y="168773"/>
              </a:lnTo>
              <a:lnTo>
                <a:pt x="0" y="168773"/>
              </a:lnTo>
              <a:lnTo>
                <a:pt x="0" y="27216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4E67BF-4F3E-4020-9DE4-5DEF17824480}">
      <dsp:nvSpPr>
        <dsp:cNvPr id="0" name=""/>
        <dsp:cNvSpPr/>
      </dsp:nvSpPr>
      <dsp:spPr>
        <a:xfrm>
          <a:off x="5078401" y="2778372"/>
          <a:ext cx="169624" cy="1177178"/>
        </a:xfrm>
        <a:custGeom>
          <a:avLst/>
          <a:gdLst/>
          <a:ahLst/>
          <a:cxnLst/>
          <a:rect l="0" t="0" r="0" b="0"/>
          <a:pathLst>
            <a:path>
              <a:moveTo>
                <a:pt x="0" y="0"/>
              </a:moveTo>
              <a:lnTo>
                <a:pt x="0" y="1177178"/>
              </a:lnTo>
              <a:lnTo>
                <a:pt x="169624" y="117717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F4A8B8-5673-45E7-93ED-6F6898603707}">
      <dsp:nvSpPr>
        <dsp:cNvPr id="0" name=""/>
        <dsp:cNvSpPr/>
      </dsp:nvSpPr>
      <dsp:spPr>
        <a:xfrm>
          <a:off x="5078401" y="2778372"/>
          <a:ext cx="169624" cy="478069"/>
        </a:xfrm>
        <a:custGeom>
          <a:avLst/>
          <a:gdLst/>
          <a:ahLst/>
          <a:cxnLst/>
          <a:rect l="0" t="0" r="0" b="0"/>
          <a:pathLst>
            <a:path>
              <a:moveTo>
                <a:pt x="0" y="0"/>
              </a:moveTo>
              <a:lnTo>
                <a:pt x="0" y="478069"/>
              </a:lnTo>
              <a:lnTo>
                <a:pt x="169624" y="47806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247041-3558-4594-B7D9-424DFD1A5543}">
      <dsp:nvSpPr>
        <dsp:cNvPr id="0" name=""/>
        <dsp:cNvSpPr/>
      </dsp:nvSpPr>
      <dsp:spPr>
        <a:xfrm>
          <a:off x="5420723" y="2056288"/>
          <a:ext cx="2640828" cy="278986"/>
        </a:xfrm>
        <a:custGeom>
          <a:avLst/>
          <a:gdLst/>
          <a:ahLst/>
          <a:cxnLst/>
          <a:rect l="0" t="0" r="0" b="0"/>
          <a:pathLst>
            <a:path>
              <a:moveTo>
                <a:pt x="2640828" y="0"/>
              </a:moveTo>
              <a:lnTo>
                <a:pt x="2640828" y="175597"/>
              </a:lnTo>
              <a:lnTo>
                <a:pt x="0" y="175597"/>
              </a:lnTo>
              <a:lnTo>
                <a:pt x="0" y="27898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0EEF51-FD3D-4AF5-9A09-036C03BC8D2F}">
      <dsp:nvSpPr>
        <dsp:cNvPr id="0" name=""/>
        <dsp:cNvSpPr/>
      </dsp:nvSpPr>
      <dsp:spPr>
        <a:xfrm>
          <a:off x="4755199" y="658068"/>
          <a:ext cx="3306352" cy="955121"/>
        </a:xfrm>
        <a:custGeom>
          <a:avLst/>
          <a:gdLst/>
          <a:ahLst/>
          <a:cxnLst/>
          <a:rect l="0" t="0" r="0" b="0"/>
          <a:pathLst>
            <a:path>
              <a:moveTo>
                <a:pt x="0" y="0"/>
              </a:moveTo>
              <a:lnTo>
                <a:pt x="0" y="851732"/>
              </a:lnTo>
              <a:lnTo>
                <a:pt x="3306352" y="851732"/>
              </a:lnTo>
              <a:lnTo>
                <a:pt x="3306352" y="95512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2627E0-15E2-4D52-AB27-FB97A8A85934}">
      <dsp:nvSpPr>
        <dsp:cNvPr id="0" name=""/>
        <dsp:cNvSpPr/>
      </dsp:nvSpPr>
      <dsp:spPr>
        <a:xfrm>
          <a:off x="4709479" y="658068"/>
          <a:ext cx="91440" cy="955121"/>
        </a:xfrm>
        <a:custGeom>
          <a:avLst/>
          <a:gdLst/>
          <a:ahLst/>
          <a:cxnLst/>
          <a:rect l="0" t="0" r="0" b="0"/>
          <a:pathLst>
            <a:path>
              <a:moveTo>
                <a:pt x="45720" y="0"/>
              </a:moveTo>
              <a:lnTo>
                <a:pt x="45720" y="851732"/>
              </a:lnTo>
              <a:lnTo>
                <a:pt x="130341" y="851732"/>
              </a:lnTo>
              <a:lnTo>
                <a:pt x="130341" y="95512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C1BDDE-94BF-40EA-BEE6-185A3CF066F6}">
      <dsp:nvSpPr>
        <dsp:cNvPr id="0" name=""/>
        <dsp:cNvSpPr/>
      </dsp:nvSpPr>
      <dsp:spPr>
        <a:xfrm>
          <a:off x="3691656" y="2056288"/>
          <a:ext cx="574082" cy="256012"/>
        </a:xfrm>
        <a:custGeom>
          <a:avLst/>
          <a:gdLst/>
          <a:ahLst/>
          <a:cxnLst/>
          <a:rect l="0" t="0" r="0" b="0"/>
          <a:pathLst>
            <a:path>
              <a:moveTo>
                <a:pt x="0" y="0"/>
              </a:moveTo>
              <a:lnTo>
                <a:pt x="0" y="152622"/>
              </a:lnTo>
              <a:lnTo>
                <a:pt x="574082" y="152622"/>
              </a:lnTo>
              <a:lnTo>
                <a:pt x="574082" y="2560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2E3CB7-FB47-469F-953C-16F352D318D0}">
      <dsp:nvSpPr>
        <dsp:cNvPr id="0" name=""/>
        <dsp:cNvSpPr/>
      </dsp:nvSpPr>
      <dsp:spPr>
        <a:xfrm>
          <a:off x="3117574" y="2056288"/>
          <a:ext cx="574082" cy="256012"/>
        </a:xfrm>
        <a:custGeom>
          <a:avLst/>
          <a:gdLst/>
          <a:ahLst/>
          <a:cxnLst/>
          <a:rect l="0" t="0" r="0" b="0"/>
          <a:pathLst>
            <a:path>
              <a:moveTo>
                <a:pt x="574082" y="0"/>
              </a:moveTo>
              <a:lnTo>
                <a:pt x="574082" y="152622"/>
              </a:lnTo>
              <a:lnTo>
                <a:pt x="0" y="152622"/>
              </a:lnTo>
              <a:lnTo>
                <a:pt x="0" y="2560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533B81-115F-4E25-B860-EC574D7455BF}">
      <dsp:nvSpPr>
        <dsp:cNvPr id="0" name=""/>
        <dsp:cNvSpPr/>
      </dsp:nvSpPr>
      <dsp:spPr>
        <a:xfrm>
          <a:off x="3691656" y="658068"/>
          <a:ext cx="1063542" cy="955121"/>
        </a:xfrm>
        <a:custGeom>
          <a:avLst/>
          <a:gdLst/>
          <a:ahLst/>
          <a:cxnLst/>
          <a:rect l="0" t="0" r="0" b="0"/>
          <a:pathLst>
            <a:path>
              <a:moveTo>
                <a:pt x="1063542" y="0"/>
              </a:moveTo>
              <a:lnTo>
                <a:pt x="1063542" y="851732"/>
              </a:lnTo>
              <a:lnTo>
                <a:pt x="0" y="851732"/>
              </a:lnTo>
              <a:lnTo>
                <a:pt x="0" y="95512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797CA3-79FE-4687-8156-7EE2827B6D0F}">
      <dsp:nvSpPr>
        <dsp:cNvPr id="0" name=""/>
        <dsp:cNvSpPr/>
      </dsp:nvSpPr>
      <dsp:spPr>
        <a:xfrm>
          <a:off x="1352811" y="2056288"/>
          <a:ext cx="146179" cy="3274000"/>
        </a:xfrm>
        <a:custGeom>
          <a:avLst/>
          <a:gdLst/>
          <a:ahLst/>
          <a:cxnLst/>
          <a:rect l="0" t="0" r="0" b="0"/>
          <a:pathLst>
            <a:path>
              <a:moveTo>
                <a:pt x="0" y="0"/>
              </a:moveTo>
              <a:lnTo>
                <a:pt x="0" y="3274000"/>
              </a:lnTo>
              <a:lnTo>
                <a:pt x="146179" y="327400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FA3A9F-F7FD-43C5-9F6B-B245B7E285AA}">
      <dsp:nvSpPr>
        <dsp:cNvPr id="0" name=""/>
        <dsp:cNvSpPr/>
      </dsp:nvSpPr>
      <dsp:spPr>
        <a:xfrm>
          <a:off x="971285" y="2056288"/>
          <a:ext cx="381526" cy="3274000"/>
        </a:xfrm>
        <a:custGeom>
          <a:avLst/>
          <a:gdLst/>
          <a:ahLst/>
          <a:cxnLst/>
          <a:rect l="0" t="0" r="0" b="0"/>
          <a:pathLst>
            <a:path>
              <a:moveTo>
                <a:pt x="381526" y="0"/>
              </a:moveTo>
              <a:lnTo>
                <a:pt x="381526" y="3274000"/>
              </a:lnTo>
              <a:lnTo>
                <a:pt x="0" y="327400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E4AF89-2031-4655-86AC-352370416A9E}">
      <dsp:nvSpPr>
        <dsp:cNvPr id="0" name=""/>
        <dsp:cNvSpPr/>
      </dsp:nvSpPr>
      <dsp:spPr>
        <a:xfrm>
          <a:off x="1352811" y="2056288"/>
          <a:ext cx="146179" cy="2574890"/>
        </a:xfrm>
        <a:custGeom>
          <a:avLst/>
          <a:gdLst/>
          <a:ahLst/>
          <a:cxnLst/>
          <a:rect l="0" t="0" r="0" b="0"/>
          <a:pathLst>
            <a:path>
              <a:moveTo>
                <a:pt x="0" y="0"/>
              </a:moveTo>
              <a:lnTo>
                <a:pt x="0" y="2574890"/>
              </a:lnTo>
              <a:lnTo>
                <a:pt x="146179" y="257489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66C008-556C-4DD2-9FFD-3B1690795FEC}">
      <dsp:nvSpPr>
        <dsp:cNvPr id="0" name=""/>
        <dsp:cNvSpPr/>
      </dsp:nvSpPr>
      <dsp:spPr>
        <a:xfrm>
          <a:off x="971285" y="2056288"/>
          <a:ext cx="381526" cy="2574890"/>
        </a:xfrm>
        <a:custGeom>
          <a:avLst/>
          <a:gdLst/>
          <a:ahLst/>
          <a:cxnLst/>
          <a:rect l="0" t="0" r="0" b="0"/>
          <a:pathLst>
            <a:path>
              <a:moveTo>
                <a:pt x="381526" y="0"/>
              </a:moveTo>
              <a:lnTo>
                <a:pt x="381526" y="2574890"/>
              </a:lnTo>
              <a:lnTo>
                <a:pt x="0" y="257489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9675E0-3229-4FAA-B4CC-86378A142268}">
      <dsp:nvSpPr>
        <dsp:cNvPr id="0" name=""/>
        <dsp:cNvSpPr/>
      </dsp:nvSpPr>
      <dsp:spPr>
        <a:xfrm>
          <a:off x="1881173" y="3454508"/>
          <a:ext cx="91440" cy="256012"/>
        </a:xfrm>
        <a:custGeom>
          <a:avLst/>
          <a:gdLst/>
          <a:ahLst/>
          <a:cxnLst/>
          <a:rect l="0" t="0" r="0" b="0"/>
          <a:pathLst>
            <a:path>
              <a:moveTo>
                <a:pt x="45720" y="0"/>
              </a:moveTo>
              <a:lnTo>
                <a:pt x="45720" y="2560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BCF2A1-9D58-4651-8F4E-12A32723DC0D}">
      <dsp:nvSpPr>
        <dsp:cNvPr id="0" name=""/>
        <dsp:cNvSpPr/>
      </dsp:nvSpPr>
      <dsp:spPr>
        <a:xfrm>
          <a:off x="1352811" y="2056288"/>
          <a:ext cx="146179" cy="1176670"/>
        </a:xfrm>
        <a:custGeom>
          <a:avLst/>
          <a:gdLst/>
          <a:ahLst/>
          <a:cxnLst/>
          <a:rect l="0" t="0" r="0" b="0"/>
          <a:pathLst>
            <a:path>
              <a:moveTo>
                <a:pt x="0" y="0"/>
              </a:moveTo>
              <a:lnTo>
                <a:pt x="0" y="1176670"/>
              </a:lnTo>
              <a:lnTo>
                <a:pt x="146179" y="117667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9337A2-95DF-4C80-8D07-E697FE0736AF}">
      <dsp:nvSpPr>
        <dsp:cNvPr id="0" name=""/>
        <dsp:cNvSpPr/>
      </dsp:nvSpPr>
      <dsp:spPr>
        <a:xfrm>
          <a:off x="201060" y="3454508"/>
          <a:ext cx="149765" cy="477560"/>
        </a:xfrm>
        <a:custGeom>
          <a:avLst/>
          <a:gdLst/>
          <a:ahLst/>
          <a:cxnLst/>
          <a:rect l="0" t="0" r="0" b="0"/>
          <a:pathLst>
            <a:path>
              <a:moveTo>
                <a:pt x="0" y="0"/>
              </a:moveTo>
              <a:lnTo>
                <a:pt x="0" y="477560"/>
              </a:lnTo>
              <a:lnTo>
                <a:pt x="149765" y="47756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900296-3332-44AC-9649-B95ECB37D5A3}">
      <dsp:nvSpPr>
        <dsp:cNvPr id="0" name=""/>
        <dsp:cNvSpPr/>
      </dsp:nvSpPr>
      <dsp:spPr>
        <a:xfrm>
          <a:off x="971285" y="2056288"/>
          <a:ext cx="381526" cy="1176670"/>
        </a:xfrm>
        <a:custGeom>
          <a:avLst/>
          <a:gdLst/>
          <a:ahLst/>
          <a:cxnLst/>
          <a:rect l="0" t="0" r="0" b="0"/>
          <a:pathLst>
            <a:path>
              <a:moveTo>
                <a:pt x="381526" y="0"/>
              </a:moveTo>
              <a:lnTo>
                <a:pt x="381526" y="1176670"/>
              </a:lnTo>
              <a:lnTo>
                <a:pt x="0" y="117667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1C2FB4-946B-463A-9F79-C0B24C436A79}">
      <dsp:nvSpPr>
        <dsp:cNvPr id="0" name=""/>
        <dsp:cNvSpPr/>
      </dsp:nvSpPr>
      <dsp:spPr>
        <a:xfrm>
          <a:off x="1352811" y="2056288"/>
          <a:ext cx="146179" cy="477560"/>
        </a:xfrm>
        <a:custGeom>
          <a:avLst/>
          <a:gdLst/>
          <a:ahLst/>
          <a:cxnLst/>
          <a:rect l="0" t="0" r="0" b="0"/>
          <a:pathLst>
            <a:path>
              <a:moveTo>
                <a:pt x="0" y="0"/>
              </a:moveTo>
              <a:lnTo>
                <a:pt x="0" y="477560"/>
              </a:lnTo>
              <a:lnTo>
                <a:pt x="146179" y="47756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C22D43-3D3B-4329-9535-EBE698823AC0}">
      <dsp:nvSpPr>
        <dsp:cNvPr id="0" name=""/>
        <dsp:cNvSpPr/>
      </dsp:nvSpPr>
      <dsp:spPr>
        <a:xfrm>
          <a:off x="971285" y="2056288"/>
          <a:ext cx="381526" cy="477560"/>
        </a:xfrm>
        <a:custGeom>
          <a:avLst/>
          <a:gdLst/>
          <a:ahLst/>
          <a:cxnLst/>
          <a:rect l="0" t="0" r="0" b="0"/>
          <a:pathLst>
            <a:path>
              <a:moveTo>
                <a:pt x="381526" y="0"/>
              </a:moveTo>
              <a:lnTo>
                <a:pt x="381526" y="477560"/>
              </a:lnTo>
              <a:lnTo>
                <a:pt x="0" y="47756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8F6CAB-CFA2-4A82-BE18-B52977A90048}">
      <dsp:nvSpPr>
        <dsp:cNvPr id="0" name=""/>
        <dsp:cNvSpPr/>
      </dsp:nvSpPr>
      <dsp:spPr>
        <a:xfrm>
          <a:off x="1352811" y="658068"/>
          <a:ext cx="3402387" cy="955121"/>
        </a:xfrm>
        <a:custGeom>
          <a:avLst/>
          <a:gdLst/>
          <a:ahLst/>
          <a:cxnLst/>
          <a:rect l="0" t="0" r="0" b="0"/>
          <a:pathLst>
            <a:path>
              <a:moveTo>
                <a:pt x="3402387" y="0"/>
              </a:moveTo>
              <a:lnTo>
                <a:pt x="3402387" y="851732"/>
              </a:lnTo>
              <a:lnTo>
                <a:pt x="0" y="851732"/>
              </a:lnTo>
              <a:lnTo>
                <a:pt x="0" y="95512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564275-2598-421B-A0F6-07CB807724C4}">
      <dsp:nvSpPr>
        <dsp:cNvPr id="0" name=""/>
        <dsp:cNvSpPr/>
      </dsp:nvSpPr>
      <dsp:spPr>
        <a:xfrm>
          <a:off x="4327296" y="214970"/>
          <a:ext cx="855804" cy="443097"/>
        </a:xfrm>
        <a:prstGeom prst="rect">
          <a:avLst/>
        </a:prstGeom>
        <a:solidFill>
          <a:srgbClr val="65667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President/CEO</a:t>
          </a:r>
        </a:p>
      </dsp:txBody>
      <dsp:txXfrm>
        <a:off x="4327296" y="214970"/>
        <a:ext cx="855804" cy="443097"/>
      </dsp:txXfrm>
    </dsp:sp>
    <dsp:sp modelId="{152C1EBE-C8D6-4A1F-A8E2-94B32C669126}">
      <dsp:nvSpPr>
        <dsp:cNvPr id="0" name=""/>
        <dsp:cNvSpPr/>
      </dsp:nvSpPr>
      <dsp:spPr>
        <a:xfrm>
          <a:off x="4498457" y="55960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Jeevan Virk</a:t>
          </a:r>
        </a:p>
      </dsp:txBody>
      <dsp:txXfrm>
        <a:off x="4498457" y="559602"/>
        <a:ext cx="770224" cy="147699"/>
      </dsp:txXfrm>
    </dsp:sp>
    <dsp:sp modelId="{C9D40276-68D1-49D8-9533-9368DE54D9E5}">
      <dsp:nvSpPr>
        <dsp:cNvPr id="0" name=""/>
        <dsp:cNvSpPr/>
      </dsp:nvSpPr>
      <dsp:spPr>
        <a:xfrm>
          <a:off x="924908" y="1613190"/>
          <a:ext cx="855804" cy="443097"/>
        </a:xfrm>
        <a:prstGeom prst="rect">
          <a:avLst/>
        </a:prstGeom>
        <a:solidFill>
          <a:srgbClr val="65667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dirty="0"/>
            <a:t>Head of Operations</a:t>
          </a:r>
        </a:p>
      </dsp:txBody>
      <dsp:txXfrm>
        <a:off x="924908" y="1613190"/>
        <a:ext cx="855804" cy="443097"/>
      </dsp:txXfrm>
    </dsp:sp>
    <dsp:sp modelId="{E65AC6C2-6C2D-43DD-876E-2723568977A9}">
      <dsp:nvSpPr>
        <dsp:cNvPr id="0" name=""/>
        <dsp:cNvSpPr/>
      </dsp:nvSpPr>
      <dsp:spPr>
        <a:xfrm>
          <a:off x="1096069" y="195782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Adam Badar</a:t>
          </a:r>
        </a:p>
      </dsp:txBody>
      <dsp:txXfrm>
        <a:off x="1096069" y="1957822"/>
        <a:ext cx="770224" cy="147699"/>
      </dsp:txXfrm>
    </dsp:sp>
    <dsp:sp modelId="{256F3121-7B3B-4061-A478-31A24CB8628C}">
      <dsp:nvSpPr>
        <dsp:cNvPr id="0" name=""/>
        <dsp:cNvSpPr/>
      </dsp:nvSpPr>
      <dsp:spPr>
        <a:xfrm>
          <a:off x="115480" y="2312300"/>
          <a:ext cx="855804" cy="443097"/>
        </a:xfrm>
        <a:prstGeom prst="rect">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FP&amp;A</a:t>
          </a:r>
        </a:p>
      </dsp:txBody>
      <dsp:txXfrm>
        <a:off x="115480" y="2312300"/>
        <a:ext cx="855804" cy="443097"/>
      </dsp:txXfrm>
    </dsp:sp>
    <dsp:sp modelId="{9D5E6150-79D5-4E51-A786-4A085F289F05}">
      <dsp:nvSpPr>
        <dsp:cNvPr id="0" name=""/>
        <dsp:cNvSpPr/>
      </dsp:nvSpPr>
      <dsp:spPr>
        <a:xfrm>
          <a:off x="286641" y="265693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286641" y="2656932"/>
        <a:ext cx="770224" cy="147699"/>
      </dsp:txXfrm>
    </dsp:sp>
    <dsp:sp modelId="{5FCBB0CE-38CE-47BE-A64A-6D453C6BE728}">
      <dsp:nvSpPr>
        <dsp:cNvPr id="0" name=""/>
        <dsp:cNvSpPr/>
      </dsp:nvSpPr>
      <dsp:spPr>
        <a:xfrm>
          <a:off x="1498991" y="2312300"/>
          <a:ext cx="855804" cy="443097"/>
        </a:xfrm>
        <a:prstGeom prst="rect">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Head of HR</a:t>
          </a:r>
        </a:p>
      </dsp:txBody>
      <dsp:txXfrm>
        <a:off x="1498991" y="2312300"/>
        <a:ext cx="855804" cy="443097"/>
      </dsp:txXfrm>
    </dsp:sp>
    <dsp:sp modelId="{6B9A24D1-C5D7-4605-A958-E487E51DF460}">
      <dsp:nvSpPr>
        <dsp:cNvPr id="0" name=""/>
        <dsp:cNvSpPr/>
      </dsp:nvSpPr>
      <dsp:spPr>
        <a:xfrm>
          <a:off x="1627635" y="2658898"/>
          <a:ext cx="855257" cy="143767"/>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Britt McPartland</a:t>
          </a:r>
        </a:p>
      </dsp:txBody>
      <dsp:txXfrm>
        <a:off x="1627635" y="2658898"/>
        <a:ext cx="855257" cy="143767"/>
      </dsp:txXfrm>
    </dsp:sp>
    <dsp:sp modelId="{55E34786-810C-49F1-964B-CF22237B0495}">
      <dsp:nvSpPr>
        <dsp:cNvPr id="0" name=""/>
        <dsp:cNvSpPr/>
      </dsp:nvSpPr>
      <dsp:spPr>
        <a:xfrm>
          <a:off x="115480" y="301141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Sr Lab Ops Manager</a:t>
          </a:r>
        </a:p>
      </dsp:txBody>
      <dsp:txXfrm>
        <a:off x="115480" y="3011410"/>
        <a:ext cx="855804" cy="443097"/>
      </dsp:txXfrm>
    </dsp:sp>
    <dsp:sp modelId="{3ABDFA6B-72F3-4F10-888B-EA2CA464F0C4}">
      <dsp:nvSpPr>
        <dsp:cNvPr id="0" name=""/>
        <dsp:cNvSpPr/>
      </dsp:nvSpPr>
      <dsp:spPr>
        <a:xfrm>
          <a:off x="286641" y="335604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Kate Brown</a:t>
          </a:r>
        </a:p>
      </dsp:txBody>
      <dsp:txXfrm>
        <a:off x="286641" y="3356042"/>
        <a:ext cx="770224" cy="147699"/>
      </dsp:txXfrm>
    </dsp:sp>
    <dsp:sp modelId="{178B3DED-2D19-4FC0-8E86-2849FD8E6FF1}">
      <dsp:nvSpPr>
        <dsp:cNvPr id="0" name=""/>
        <dsp:cNvSpPr/>
      </dsp:nvSpPr>
      <dsp:spPr>
        <a:xfrm>
          <a:off x="350826" y="371052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Lab Ops Manager</a:t>
          </a:r>
        </a:p>
      </dsp:txBody>
      <dsp:txXfrm>
        <a:off x="350826" y="3710520"/>
        <a:ext cx="855804" cy="443097"/>
      </dsp:txXfrm>
    </dsp:sp>
    <dsp:sp modelId="{3A42FC14-DD59-42F4-A730-EA6134D33D56}">
      <dsp:nvSpPr>
        <dsp:cNvPr id="0" name=""/>
        <dsp:cNvSpPr/>
      </dsp:nvSpPr>
      <dsp:spPr>
        <a:xfrm>
          <a:off x="521987" y="4055151"/>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521987" y="4055151"/>
        <a:ext cx="770224" cy="147699"/>
      </dsp:txXfrm>
    </dsp:sp>
    <dsp:sp modelId="{B4642167-68CB-43DB-9D07-9462D15867BA}">
      <dsp:nvSpPr>
        <dsp:cNvPr id="0" name=""/>
        <dsp:cNvSpPr/>
      </dsp:nvSpPr>
      <dsp:spPr>
        <a:xfrm>
          <a:off x="1498991" y="301141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Business Operations Manager</a:t>
          </a:r>
        </a:p>
      </dsp:txBody>
      <dsp:txXfrm>
        <a:off x="1498991" y="3011410"/>
        <a:ext cx="855804" cy="443097"/>
      </dsp:txXfrm>
    </dsp:sp>
    <dsp:sp modelId="{1F4C9163-B03A-412C-A4A3-109E6C883D9C}">
      <dsp:nvSpPr>
        <dsp:cNvPr id="0" name=""/>
        <dsp:cNvSpPr/>
      </dsp:nvSpPr>
      <dsp:spPr>
        <a:xfrm>
          <a:off x="1670152" y="335604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1670152" y="3356042"/>
        <a:ext cx="770224" cy="147699"/>
      </dsp:txXfrm>
    </dsp:sp>
    <dsp:sp modelId="{27892619-8919-4962-A471-F880A130CA03}">
      <dsp:nvSpPr>
        <dsp:cNvPr id="0" name=""/>
        <dsp:cNvSpPr/>
      </dsp:nvSpPr>
      <dsp:spPr>
        <a:xfrm>
          <a:off x="1498991" y="371052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Research IT</a:t>
          </a:r>
        </a:p>
      </dsp:txBody>
      <dsp:txXfrm>
        <a:off x="1498991" y="3710520"/>
        <a:ext cx="855804" cy="443097"/>
      </dsp:txXfrm>
    </dsp:sp>
    <dsp:sp modelId="{EA79137E-4FC8-4002-BF7E-FD0A10C8B0FA}">
      <dsp:nvSpPr>
        <dsp:cNvPr id="0" name=""/>
        <dsp:cNvSpPr/>
      </dsp:nvSpPr>
      <dsp:spPr>
        <a:xfrm>
          <a:off x="1670152" y="4055151"/>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1670152" y="4055151"/>
        <a:ext cx="770224" cy="147699"/>
      </dsp:txXfrm>
    </dsp:sp>
    <dsp:sp modelId="{66E80EF2-0AF3-4441-AC74-E964FF0BB2E6}">
      <dsp:nvSpPr>
        <dsp:cNvPr id="0" name=""/>
        <dsp:cNvSpPr/>
      </dsp:nvSpPr>
      <dsp:spPr>
        <a:xfrm>
          <a:off x="115480" y="440963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Facilities </a:t>
          </a:r>
        </a:p>
        <a:p>
          <a:pPr marL="0" lvl="0" indent="0" algn="ctr" defTabSz="355600">
            <a:lnSpc>
              <a:spcPct val="90000"/>
            </a:lnSpc>
            <a:spcBef>
              <a:spcPct val="0"/>
            </a:spcBef>
            <a:spcAft>
              <a:spcPct val="35000"/>
            </a:spcAft>
            <a:buNone/>
          </a:pPr>
          <a:r>
            <a:rPr lang="en-US" sz="800" kern="1200"/>
            <a:t>Engineer</a:t>
          </a:r>
        </a:p>
      </dsp:txBody>
      <dsp:txXfrm>
        <a:off x="115480" y="4409630"/>
        <a:ext cx="855804" cy="443097"/>
      </dsp:txXfrm>
    </dsp:sp>
    <dsp:sp modelId="{643804CE-6D87-4A4F-84FD-7CAE22CE3754}">
      <dsp:nvSpPr>
        <dsp:cNvPr id="0" name=""/>
        <dsp:cNvSpPr/>
      </dsp:nvSpPr>
      <dsp:spPr>
        <a:xfrm>
          <a:off x="286641" y="4754261"/>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286641" y="4754261"/>
        <a:ext cx="770224" cy="147699"/>
      </dsp:txXfrm>
    </dsp:sp>
    <dsp:sp modelId="{E863BBC4-B9AA-4F8D-8572-819DE6800C2A}">
      <dsp:nvSpPr>
        <dsp:cNvPr id="0" name=""/>
        <dsp:cNvSpPr/>
      </dsp:nvSpPr>
      <dsp:spPr>
        <a:xfrm>
          <a:off x="1498991" y="440963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Lab Ops Manager</a:t>
          </a:r>
        </a:p>
      </dsp:txBody>
      <dsp:txXfrm>
        <a:off x="1498991" y="4409630"/>
        <a:ext cx="855804" cy="443097"/>
      </dsp:txXfrm>
    </dsp:sp>
    <dsp:sp modelId="{02818061-BF60-43B0-A0FC-C5E759F4CBBE}">
      <dsp:nvSpPr>
        <dsp:cNvPr id="0" name=""/>
        <dsp:cNvSpPr/>
      </dsp:nvSpPr>
      <dsp:spPr>
        <a:xfrm>
          <a:off x="1642454" y="4761608"/>
          <a:ext cx="825618" cy="13300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Zsanett Buko</a:t>
          </a:r>
        </a:p>
      </dsp:txBody>
      <dsp:txXfrm>
        <a:off x="1642454" y="4761608"/>
        <a:ext cx="825618" cy="133006"/>
      </dsp:txXfrm>
    </dsp:sp>
    <dsp:sp modelId="{A79FF8D8-C381-4998-9F83-7A5881B6B540}">
      <dsp:nvSpPr>
        <dsp:cNvPr id="0" name=""/>
        <dsp:cNvSpPr/>
      </dsp:nvSpPr>
      <dsp:spPr>
        <a:xfrm>
          <a:off x="115480" y="510874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AD R&amp;D Program Management</a:t>
          </a:r>
        </a:p>
      </dsp:txBody>
      <dsp:txXfrm>
        <a:off x="115480" y="5108740"/>
        <a:ext cx="855804" cy="443097"/>
      </dsp:txXfrm>
    </dsp:sp>
    <dsp:sp modelId="{A51FC128-D316-4DA8-9F47-B4D239270936}">
      <dsp:nvSpPr>
        <dsp:cNvPr id="0" name=""/>
        <dsp:cNvSpPr/>
      </dsp:nvSpPr>
      <dsp:spPr>
        <a:xfrm>
          <a:off x="276751" y="5453371"/>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Mia Klonsky</a:t>
          </a:r>
        </a:p>
      </dsp:txBody>
      <dsp:txXfrm>
        <a:off x="276751" y="5453371"/>
        <a:ext cx="770224" cy="147699"/>
      </dsp:txXfrm>
    </dsp:sp>
    <dsp:sp modelId="{3EE12838-2DEB-4648-8033-C09C0BA87427}">
      <dsp:nvSpPr>
        <dsp:cNvPr id="0" name=""/>
        <dsp:cNvSpPr/>
      </dsp:nvSpPr>
      <dsp:spPr>
        <a:xfrm>
          <a:off x="1498991" y="510874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Vivarium Ops Manager</a:t>
          </a:r>
        </a:p>
      </dsp:txBody>
      <dsp:txXfrm>
        <a:off x="1498991" y="5108740"/>
        <a:ext cx="855804" cy="443097"/>
      </dsp:txXfrm>
    </dsp:sp>
    <dsp:sp modelId="{6B53ADF1-C1AA-41DD-968E-B69F1B501BCE}">
      <dsp:nvSpPr>
        <dsp:cNvPr id="0" name=""/>
        <dsp:cNvSpPr/>
      </dsp:nvSpPr>
      <dsp:spPr>
        <a:xfrm>
          <a:off x="1670152" y="5453371"/>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1670152" y="5453371"/>
        <a:ext cx="770224" cy="147699"/>
      </dsp:txXfrm>
    </dsp:sp>
    <dsp:sp modelId="{1221A9FC-AF6B-4D1D-9C86-AFB9F6CA904D}">
      <dsp:nvSpPr>
        <dsp:cNvPr id="0" name=""/>
        <dsp:cNvSpPr/>
      </dsp:nvSpPr>
      <dsp:spPr>
        <a:xfrm>
          <a:off x="3263754" y="1613190"/>
          <a:ext cx="855804" cy="443097"/>
        </a:xfrm>
        <a:prstGeom prst="rect">
          <a:avLst/>
        </a:prstGeom>
        <a:solidFill>
          <a:srgbClr val="65667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Chief Translation Officer</a:t>
          </a:r>
        </a:p>
      </dsp:txBody>
      <dsp:txXfrm>
        <a:off x="3263754" y="1613190"/>
        <a:ext cx="855804" cy="443097"/>
      </dsp:txXfrm>
    </dsp:sp>
    <dsp:sp modelId="{235F504D-4C55-4292-8A27-E9FA748E5822}">
      <dsp:nvSpPr>
        <dsp:cNvPr id="0" name=""/>
        <dsp:cNvSpPr/>
      </dsp:nvSpPr>
      <dsp:spPr>
        <a:xfrm>
          <a:off x="3434914" y="195782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Greg Mullen</a:t>
          </a:r>
        </a:p>
      </dsp:txBody>
      <dsp:txXfrm>
        <a:off x="3434914" y="1957822"/>
        <a:ext cx="770224" cy="147699"/>
      </dsp:txXfrm>
    </dsp:sp>
    <dsp:sp modelId="{9509E0B7-8B7C-4370-A1E2-7EBF365C9F6D}">
      <dsp:nvSpPr>
        <dsp:cNvPr id="0" name=""/>
        <dsp:cNvSpPr/>
      </dsp:nvSpPr>
      <dsp:spPr>
        <a:xfrm>
          <a:off x="2689671" y="231230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QA Tech/Reg Tech</a:t>
          </a:r>
        </a:p>
      </dsp:txBody>
      <dsp:txXfrm>
        <a:off x="2689671" y="2312300"/>
        <a:ext cx="855804" cy="443097"/>
      </dsp:txXfrm>
    </dsp:sp>
    <dsp:sp modelId="{BF14E658-C924-4693-B0DA-9393F58471F6}">
      <dsp:nvSpPr>
        <dsp:cNvPr id="0" name=""/>
        <dsp:cNvSpPr/>
      </dsp:nvSpPr>
      <dsp:spPr>
        <a:xfrm>
          <a:off x="2860832" y="265693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2860832" y="2656932"/>
        <a:ext cx="770224" cy="147699"/>
      </dsp:txXfrm>
    </dsp:sp>
    <dsp:sp modelId="{D13B98C7-5FF0-4BAB-9B1C-99807108ACA0}">
      <dsp:nvSpPr>
        <dsp:cNvPr id="0" name=""/>
        <dsp:cNvSpPr/>
      </dsp:nvSpPr>
      <dsp:spPr>
        <a:xfrm>
          <a:off x="3837836" y="231230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Medical Physics</a:t>
          </a:r>
        </a:p>
      </dsp:txBody>
      <dsp:txXfrm>
        <a:off x="3837836" y="2312300"/>
        <a:ext cx="855804" cy="443097"/>
      </dsp:txXfrm>
    </dsp:sp>
    <dsp:sp modelId="{DC45A841-CD5E-4FE4-A2EC-BEEA5A0899BA}">
      <dsp:nvSpPr>
        <dsp:cNvPr id="0" name=""/>
        <dsp:cNvSpPr/>
      </dsp:nvSpPr>
      <dsp:spPr>
        <a:xfrm>
          <a:off x="4008997" y="265693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4008997" y="2656932"/>
        <a:ext cx="770224" cy="147699"/>
      </dsp:txXfrm>
    </dsp:sp>
    <dsp:sp modelId="{3DC72D14-76D1-4B20-8B32-C61B8C7E7EF4}">
      <dsp:nvSpPr>
        <dsp:cNvPr id="0" name=""/>
        <dsp:cNvSpPr/>
      </dsp:nvSpPr>
      <dsp:spPr>
        <a:xfrm>
          <a:off x="4411918" y="1613190"/>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highlight>
                <a:srgbClr val="61896E"/>
              </a:highlight>
            </a:rPr>
            <a:t>Quality Manager (Contract)</a:t>
          </a:r>
        </a:p>
      </dsp:txBody>
      <dsp:txXfrm>
        <a:off x="4411918" y="1613190"/>
        <a:ext cx="855804" cy="443097"/>
      </dsp:txXfrm>
    </dsp:sp>
    <dsp:sp modelId="{A4EF5C3F-F54C-403A-A3DD-E7A87F14140E}">
      <dsp:nvSpPr>
        <dsp:cNvPr id="0" name=""/>
        <dsp:cNvSpPr/>
      </dsp:nvSpPr>
      <dsp:spPr>
        <a:xfrm>
          <a:off x="4583079" y="195782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US" sz="800" kern="1200"/>
            <a:t>Todd Buchheit</a:t>
          </a:r>
        </a:p>
      </dsp:txBody>
      <dsp:txXfrm>
        <a:off x="4583079" y="1957822"/>
        <a:ext cx="770224" cy="147699"/>
      </dsp:txXfrm>
    </dsp:sp>
    <dsp:sp modelId="{DBC16C0E-E495-4798-94F5-2E2343326359}">
      <dsp:nvSpPr>
        <dsp:cNvPr id="0" name=""/>
        <dsp:cNvSpPr/>
      </dsp:nvSpPr>
      <dsp:spPr>
        <a:xfrm>
          <a:off x="7633649" y="1613190"/>
          <a:ext cx="855804" cy="443097"/>
        </a:xfrm>
        <a:prstGeom prst="rect">
          <a:avLst/>
        </a:prstGeom>
        <a:solidFill>
          <a:srgbClr val="65667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Head of Research</a:t>
          </a:r>
        </a:p>
      </dsp:txBody>
      <dsp:txXfrm>
        <a:off x="7633649" y="1613190"/>
        <a:ext cx="855804" cy="443097"/>
      </dsp:txXfrm>
    </dsp:sp>
    <dsp:sp modelId="{42B8E97B-6D6F-42D7-99CE-59548BC4A840}">
      <dsp:nvSpPr>
        <dsp:cNvPr id="0" name=""/>
        <dsp:cNvSpPr/>
      </dsp:nvSpPr>
      <dsp:spPr>
        <a:xfrm>
          <a:off x="7708774" y="1941671"/>
          <a:ext cx="962295" cy="18000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Richard Tavare</a:t>
          </a:r>
        </a:p>
      </dsp:txBody>
      <dsp:txXfrm>
        <a:off x="7708774" y="1941671"/>
        <a:ext cx="962295" cy="180001"/>
      </dsp:txXfrm>
    </dsp:sp>
    <dsp:sp modelId="{12E9E648-A75A-4F66-83B6-EC46111BFB7E}">
      <dsp:nvSpPr>
        <dsp:cNvPr id="0" name=""/>
        <dsp:cNvSpPr/>
      </dsp:nvSpPr>
      <dsp:spPr>
        <a:xfrm>
          <a:off x="4992821" y="2335275"/>
          <a:ext cx="855804" cy="443097"/>
        </a:xfrm>
        <a:prstGeom prst="rect">
          <a:avLst/>
        </a:prstGeom>
        <a:solidFill>
          <a:srgbClr val="00292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62526" numCol="1" spcCol="1270" anchor="ctr" anchorCtr="0">
          <a:noAutofit/>
        </a:bodyPr>
        <a:lstStyle/>
        <a:p>
          <a:pPr marL="0" lvl="0" indent="0" algn="ctr" defTabSz="266700">
            <a:lnSpc>
              <a:spcPct val="90000"/>
            </a:lnSpc>
            <a:spcBef>
              <a:spcPct val="0"/>
            </a:spcBef>
            <a:spcAft>
              <a:spcPct val="35000"/>
            </a:spcAft>
            <a:buNone/>
          </a:pPr>
          <a:r>
            <a:rPr lang="en-GB" sz="600" kern="1200"/>
            <a:t>Head of Radiochemistry and Sr Director of Manufacturing</a:t>
          </a:r>
        </a:p>
      </dsp:txBody>
      <dsp:txXfrm>
        <a:off x="4992821" y="2335275"/>
        <a:ext cx="855804" cy="443097"/>
      </dsp:txXfrm>
    </dsp:sp>
    <dsp:sp modelId="{936A443C-659D-4B96-A7CF-C6A8F12C0787}">
      <dsp:nvSpPr>
        <dsp:cNvPr id="0" name=""/>
        <dsp:cNvSpPr/>
      </dsp:nvSpPr>
      <dsp:spPr>
        <a:xfrm>
          <a:off x="5147283" y="2684628"/>
          <a:ext cx="983661" cy="16236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Brandon Buckway</a:t>
          </a:r>
        </a:p>
      </dsp:txBody>
      <dsp:txXfrm>
        <a:off x="5147283" y="2684628"/>
        <a:ext cx="983661" cy="162362"/>
      </dsp:txXfrm>
    </dsp:sp>
    <dsp:sp modelId="{2D84742D-2B8F-4266-87FB-EB85B8A4920F}">
      <dsp:nvSpPr>
        <dsp:cNvPr id="0" name=""/>
        <dsp:cNvSpPr/>
      </dsp:nvSpPr>
      <dsp:spPr>
        <a:xfrm>
          <a:off x="5248026" y="3034893"/>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Radiochemist</a:t>
          </a:r>
        </a:p>
      </dsp:txBody>
      <dsp:txXfrm>
        <a:off x="5248026" y="3034893"/>
        <a:ext cx="855804" cy="443097"/>
      </dsp:txXfrm>
    </dsp:sp>
    <dsp:sp modelId="{37968C60-C243-4B7E-B547-E201678DF98C}">
      <dsp:nvSpPr>
        <dsp:cNvPr id="0" name=""/>
        <dsp:cNvSpPr/>
      </dsp:nvSpPr>
      <dsp:spPr>
        <a:xfrm>
          <a:off x="5419187" y="3379524"/>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5419187" y="3379524"/>
        <a:ext cx="770224" cy="147699"/>
      </dsp:txXfrm>
    </dsp:sp>
    <dsp:sp modelId="{BF9EB600-CB49-4483-9929-2FABC218E267}">
      <dsp:nvSpPr>
        <dsp:cNvPr id="0" name=""/>
        <dsp:cNvSpPr/>
      </dsp:nvSpPr>
      <dsp:spPr>
        <a:xfrm>
          <a:off x="5248026" y="3734003"/>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Radiochemist</a:t>
          </a:r>
        </a:p>
      </dsp:txBody>
      <dsp:txXfrm>
        <a:off x="5248026" y="3734003"/>
        <a:ext cx="855804" cy="443097"/>
      </dsp:txXfrm>
    </dsp:sp>
    <dsp:sp modelId="{26BBDFFF-F8AC-41D8-BFBD-6F2A616C8AC6}">
      <dsp:nvSpPr>
        <dsp:cNvPr id="0" name=""/>
        <dsp:cNvSpPr/>
      </dsp:nvSpPr>
      <dsp:spPr>
        <a:xfrm>
          <a:off x="5419187" y="4078634"/>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5419187" y="4078634"/>
        <a:ext cx="770224" cy="147699"/>
      </dsp:txXfrm>
    </dsp:sp>
    <dsp:sp modelId="{D507B24B-5E12-4F2E-9919-41E644B8C247}">
      <dsp:nvSpPr>
        <dsp:cNvPr id="0" name=""/>
        <dsp:cNvSpPr/>
      </dsp:nvSpPr>
      <dsp:spPr>
        <a:xfrm>
          <a:off x="6240883" y="232845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Principal Scientist - Screening</a:t>
          </a:r>
        </a:p>
      </dsp:txBody>
      <dsp:txXfrm>
        <a:off x="6240883" y="2328451"/>
        <a:ext cx="855804" cy="443097"/>
      </dsp:txXfrm>
    </dsp:sp>
    <dsp:sp modelId="{2F4E8AC8-3146-4994-B37C-7F17D761A9CD}">
      <dsp:nvSpPr>
        <dsp:cNvPr id="0" name=""/>
        <dsp:cNvSpPr/>
      </dsp:nvSpPr>
      <dsp:spPr>
        <a:xfrm>
          <a:off x="6355113" y="2674103"/>
          <a:ext cx="884086" cy="145658"/>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r>
            <a:rPr lang="en-US" sz="1000" kern="1200"/>
            <a:t>Austin Prater</a:t>
          </a:r>
        </a:p>
      </dsp:txBody>
      <dsp:txXfrm>
        <a:off x="6355113" y="2674103"/>
        <a:ext cx="884086" cy="145658"/>
      </dsp:txXfrm>
    </dsp:sp>
    <dsp:sp modelId="{3C863C0A-5041-4985-95BC-B82755ECB4B1}">
      <dsp:nvSpPr>
        <dsp:cNvPr id="0" name=""/>
        <dsp:cNvSpPr/>
      </dsp:nvSpPr>
      <dsp:spPr>
        <a:xfrm>
          <a:off x="7445978" y="2328451"/>
          <a:ext cx="855804" cy="443097"/>
        </a:xfrm>
        <a:prstGeom prst="rect">
          <a:avLst/>
        </a:prstGeom>
        <a:solidFill>
          <a:srgbClr val="00292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Head of Medicinal Chemistry</a:t>
          </a:r>
        </a:p>
      </dsp:txBody>
      <dsp:txXfrm>
        <a:off x="7445978" y="2328451"/>
        <a:ext cx="855804" cy="443097"/>
      </dsp:txXfrm>
    </dsp:sp>
    <dsp:sp modelId="{9135D62A-B99F-47DF-90B0-60858137E245}">
      <dsp:nvSpPr>
        <dsp:cNvPr id="0" name=""/>
        <dsp:cNvSpPr/>
      </dsp:nvSpPr>
      <dsp:spPr>
        <a:xfrm>
          <a:off x="7598550" y="2690970"/>
          <a:ext cx="1010634" cy="1562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Anthony Silvestri</a:t>
          </a:r>
        </a:p>
      </dsp:txBody>
      <dsp:txXfrm>
        <a:off x="7598550" y="2690970"/>
        <a:ext cx="1010634" cy="156299"/>
      </dsp:txXfrm>
    </dsp:sp>
    <dsp:sp modelId="{D7BA0DD4-7E1B-4F6A-85E9-17663CEF1934}">
      <dsp:nvSpPr>
        <dsp:cNvPr id="0" name=""/>
        <dsp:cNvSpPr/>
      </dsp:nvSpPr>
      <dsp:spPr>
        <a:xfrm>
          <a:off x="8285458" y="303186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Director of Peptide Chemistry</a:t>
          </a:r>
        </a:p>
      </dsp:txBody>
      <dsp:txXfrm>
        <a:off x="8285458" y="3031861"/>
        <a:ext cx="855804" cy="443097"/>
      </dsp:txXfrm>
    </dsp:sp>
    <dsp:sp modelId="{C6832F15-5F5C-4A03-8A60-35FA7A755181}">
      <dsp:nvSpPr>
        <dsp:cNvPr id="0" name=""/>
        <dsp:cNvSpPr/>
      </dsp:nvSpPr>
      <dsp:spPr>
        <a:xfrm>
          <a:off x="8456619" y="3376493"/>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Anders Eliasen</a:t>
          </a:r>
        </a:p>
      </dsp:txBody>
      <dsp:txXfrm>
        <a:off x="8456619" y="3376493"/>
        <a:ext cx="770224" cy="147699"/>
      </dsp:txXfrm>
    </dsp:sp>
    <dsp:sp modelId="{961F3284-95B9-47C9-AA43-C3F153BC6009}">
      <dsp:nvSpPr>
        <dsp:cNvPr id="0" name=""/>
        <dsp:cNvSpPr/>
      </dsp:nvSpPr>
      <dsp:spPr>
        <a:xfrm>
          <a:off x="7711376" y="373097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Peptide Chemist</a:t>
          </a:r>
        </a:p>
      </dsp:txBody>
      <dsp:txXfrm>
        <a:off x="7711376" y="3730971"/>
        <a:ext cx="855804" cy="443097"/>
      </dsp:txXfrm>
    </dsp:sp>
    <dsp:sp modelId="{2FC6A16A-FE4A-4F8F-B361-A171EA06BC4E}">
      <dsp:nvSpPr>
        <dsp:cNvPr id="0" name=""/>
        <dsp:cNvSpPr/>
      </dsp:nvSpPr>
      <dsp:spPr>
        <a:xfrm>
          <a:off x="7882537" y="4075603"/>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7882537" y="4075603"/>
        <a:ext cx="770224" cy="147699"/>
      </dsp:txXfrm>
    </dsp:sp>
    <dsp:sp modelId="{AF515711-F727-4A72-959E-1F682DD7BCFE}">
      <dsp:nvSpPr>
        <dsp:cNvPr id="0" name=""/>
        <dsp:cNvSpPr/>
      </dsp:nvSpPr>
      <dsp:spPr>
        <a:xfrm>
          <a:off x="8859540" y="373097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Peptide Chemist</a:t>
          </a:r>
        </a:p>
      </dsp:txBody>
      <dsp:txXfrm>
        <a:off x="8859540" y="3730971"/>
        <a:ext cx="855804" cy="443097"/>
      </dsp:txXfrm>
    </dsp:sp>
    <dsp:sp modelId="{BA33832A-ED11-4835-BA00-0BF520780FAE}">
      <dsp:nvSpPr>
        <dsp:cNvPr id="0" name=""/>
        <dsp:cNvSpPr/>
      </dsp:nvSpPr>
      <dsp:spPr>
        <a:xfrm>
          <a:off x="9030701" y="4075603"/>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9030701" y="4075603"/>
        <a:ext cx="770224" cy="147699"/>
      </dsp:txXfrm>
    </dsp:sp>
    <dsp:sp modelId="{42019EFA-4E0A-4AD3-AF3D-8B4FE2DD591E}">
      <dsp:nvSpPr>
        <dsp:cNvPr id="0" name=""/>
        <dsp:cNvSpPr/>
      </dsp:nvSpPr>
      <dsp:spPr>
        <a:xfrm>
          <a:off x="7711376" y="443008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Mass Spec Chemist</a:t>
          </a:r>
        </a:p>
      </dsp:txBody>
      <dsp:txXfrm>
        <a:off x="7711376" y="4430081"/>
        <a:ext cx="855804" cy="443097"/>
      </dsp:txXfrm>
    </dsp:sp>
    <dsp:sp modelId="{CE2DADDA-3A0F-4379-94BC-107535E31C3A}">
      <dsp:nvSpPr>
        <dsp:cNvPr id="0" name=""/>
        <dsp:cNvSpPr/>
      </dsp:nvSpPr>
      <dsp:spPr>
        <a:xfrm>
          <a:off x="7882537" y="4774713"/>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7882537" y="4774713"/>
        <a:ext cx="770224" cy="147699"/>
      </dsp:txXfrm>
    </dsp:sp>
    <dsp:sp modelId="{DBB5E0AC-1CDE-4636-8013-716CB8589ACD}">
      <dsp:nvSpPr>
        <dsp:cNvPr id="0" name=""/>
        <dsp:cNvSpPr/>
      </dsp:nvSpPr>
      <dsp:spPr>
        <a:xfrm>
          <a:off x="7711376" y="512919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t>Linker/Payload Chemist</a:t>
          </a:r>
        </a:p>
      </dsp:txBody>
      <dsp:txXfrm>
        <a:off x="7711376" y="5129191"/>
        <a:ext cx="855804" cy="443097"/>
      </dsp:txXfrm>
    </dsp:sp>
    <dsp:sp modelId="{87F008DE-75E2-4F37-8D5A-CA6698677B61}">
      <dsp:nvSpPr>
        <dsp:cNvPr id="0" name=""/>
        <dsp:cNvSpPr/>
      </dsp:nvSpPr>
      <dsp:spPr>
        <a:xfrm>
          <a:off x="7882537" y="547382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7882537" y="5473822"/>
        <a:ext cx="770224" cy="147699"/>
      </dsp:txXfrm>
    </dsp:sp>
    <dsp:sp modelId="{06F5D158-7A0E-4F50-9CFE-1F257A0BAEA9}">
      <dsp:nvSpPr>
        <dsp:cNvPr id="0" name=""/>
        <dsp:cNvSpPr/>
      </dsp:nvSpPr>
      <dsp:spPr>
        <a:xfrm>
          <a:off x="7711376" y="5828301"/>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US" sz="800" kern="1200">
              <a:latin typeface="Aptos Display" panose="02110004020202020204"/>
            </a:rPr>
            <a:t>Associate Director of Computational Chemistry</a:t>
          </a:r>
          <a:endParaRPr lang="en-GB" sz="800" kern="1200"/>
        </a:p>
      </dsp:txBody>
      <dsp:txXfrm>
        <a:off x="7711376" y="5828301"/>
        <a:ext cx="855804" cy="443097"/>
      </dsp:txXfrm>
    </dsp:sp>
    <dsp:sp modelId="{6DB73675-B62F-4B74-8C97-4604537B0046}">
      <dsp:nvSpPr>
        <dsp:cNvPr id="0" name=""/>
        <dsp:cNvSpPr/>
      </dsp:nvSpPr>
      <dsp:spPr>
        <a:xfrm>
          <a:off x="7882537" y="617293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7882537" y="6172932"/>
        <a:ext cx="770224" cy="147699"/>
      </dsp:txXfrm>
    </dsp:sp>
    <dsp:sp modelId="{1DEA3AA1-A079-4631-8D42-26132B7C5D4F}">
      <dsp:nvSpPr>
        <dsp:cNvPr id="0" name=""/>
        <dsp:cNvSpPr/>
      </dsp:nvSpPr>
      <dsp:spPr>
        <a:xfrm>
          <a:off x="9178727" y="2328451"/>
          <a:ext cx="855804" cy="443097"/>
        </a:xfrm>
        <a:prstGeom prst="rect">
          <a:avLst/>
        </a:prstGeom>
        <a:solidFill>
          <a:srgbClr val="00292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AD Research (Screening Biologist)</a:t>
          </a:r>
        </a:p>
      </dsp:txBody>
      <dsp:txXfrm>
        <a:off x="9178727" y="2328451"/>
        <a:ext cx="855804" cy="443097"/>
      </dsp:txXfrm>
    </dsp:sp>
    <dsp:sp modelId="{A1A03255-6A4F-4670-AD37-6E6B4D93EA54}">
      <dsp:nvSpPr>
        <dsp:cNvPr id="0" name=""/>
        <dsp:cNvSpPr/>
      </dsp:nvSpPr>
      <dsp:spPr>
        <a:xfrm>
          <a:off x="9367406" y="2672792"/>
          <a:ext cx="926618" cy="15269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Elizabeth Mitchell</a:t>
          </a:r>
        </a:p>
      </dsp:txBody>
      <dsp:txXfrm>
        <a:off x="9367406" y="2672792"/>
        <a:ext cx="926618" cy="152691"/>
      </dsp:txXfrm>
    </dsp:sp>
    <dsp:sp modelId="{DCF6720C-BC3A-45B6-92D2-61DA17E3EA51}">
      <dsp:nvSpPr>
        <dsp:cNvPr id="0" name=""/>
        <dsp:cNvSpPr/>
      </dsp:nvSpPr>
      <dsp:spPr>
        <a:xfrm>
          <a:off x="9433622" y="3030057"/>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Bioassay Scientist</a:t>
          </a:r>
        </a:p>
      </dsp:txBody>
      <dsp:txXfrm>
        <a:off x="9433622" y="3030057"/>
        <a:ext cx="855804" cy="443097"/>
      </dsp:txXfrm>
    </dsp:sp>
    <dsp:sp modelId="{222808C5-228F-4845-9C07-0450D6740F9C}">
      <dsp:nvSpPr>
        <dsp:cNvPr id="0" name=""/>
        <dsp:cNvSpPr/>
      </dsp:nvSpPr>
      <dsp:spPr>
        <a:xfrm>
          <a:off x="9604783" y="3374689"/>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9604783" y="3374689"/>
        <a:ext cx="770224" cy="147699"/>
      </dsp:txXfrm>
    </dsp:sp>
    <dsp:sp modelId="{0FACBF82-A022-4DD2-9212-717A41F27A9E}">
      <dsp:nvSpPr>
        <dsp:cNvPr id="0" name=""/>
        <dsp:cNvSpPr/>
      </dsp:nvSpPr>
      <dsp:spPr>
        <a:xfrm>
          <a:off x="10405088" y="2328451"/>
          <a:ext cx="855804" cy="443097"/>
        </a:xfrm>
        <a:prstGeom prst="rect">
          <a:avLst/>
        </a:prstGeom>
        <a:solidFill>
          <a:srgbClr val="00292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Target Validation Lead</a:t>
          </a:r>
        </a:p>
      </dsp:txBody>
      <dsp:txXfrm>
        <a:off x="10405088" y="2328451"/>
        <a:ext cx="855804" cy="443097"/>
      </dsp:txXfrm>
    </dsp:sp>
    <dsp:sp modelId="{FC3849CA-F21B-49CB-A423-D5548F5366D7}">
      <dsp:nvSpPr>
        <dsp:cNvPr id="0" name=""/>
        <dsp:cNvSpPr/>
      </dsp:nvSpPr>
      <dsp:spPr>
        <a:xfrm>
          <a:off x="10591573" y="2694289"/>
          <a:ext cx="714714" cy="13799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Kirstin </a:t>
          </a:r>
          <a:r>
            <a:rPr lang="en-GB" sz="800" kern="1200" err="1"/>
            <a:t>Zettlitz</a:t>
          </a:r>
          <a:endParaRPr lang="en-GB" sz="800" kern="1200"/>
        </a:p>
      </dsp:txBody>
      <dsp:txXfrm>
        <a:off x="10591573" y="2694289"/>
        <a:ext cx="714714" cy="137992"/>
      </dsp:txXfrm>
    </dsp:sp>
    <dsp:sp modelId="{B3CC2B4A-5E78-4762-8861-D1C6C362D903}">
      <dsp:nvSpPr>
        <dsp:cNvPr id="0" name=""/>
        <dsp:cNvSpPr/>
      </dsp:nvSpPr>
      <dsp:spPr>
        <a:xfrm>
          <a:off x="10633496" y="3022707"/>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Biologist</a:t>
          </a:r>
        </a:p>
      </dsp:txBody>
      <dsp:txXfrm>
        <a:off x="10633496" y="3022707"/>
        <a:ext cx="855804" cy="443097"/>
      </dsp:txXfrm>
    </dsp:sp>
    <dsp:sp modelId="{65BDCBAF-3101-404B-946D-2BDBC04C6774}">
      <dsp:nvSpPr>
        <dsp:cNvPr id="0" name=""/>
        <dsp:cNvSpPr/>
      </dsp:nvSpPr>
      <dsp:spPr>
        <a:xfrm>
          <a:off x="10804657" y="3367339"/>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10804657" y="3367339"/>
        <a:ext cx="770224" cy="147699"/>
      </dsp:txXfrm>
    </dsp:sp>
    <dsp:sp modelId="{7C21743D-3A06-47AD-B65C-13C6184828B0}">
      <dsp:nvSpPr>
        <dsp:cNvPr id="0" name=""/>
        <dsp:cNvSpPr/>
      </dsp:nvSpPr>
      <dsp:spPr>
        <a:xfrm>
          <a:off x="10633496" y="3721817"/>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Biologist</a:t>
          </a:r>
        </a:p>
      </dsp:txBody>
      <dsp:txXfrm>
        <a:off x="10633496" y="3721817"/>
        <a:ext cx="855804" cy="443097"/>
      </dsp:txXfrm>
    </dsp:sp>
    <dsp:sp modelId="{19BCD064-21BA-4838-8559-31DA27A5DA3C}">
      <dsp:nvSpPr>
        <dsp:cNvPr id="0" name=""/>
        <dsp:cNvSpPr/>
      </dsp:nvSpPr>
      <dsp:spPr>
        <a:xfrm>
          <a:off x="10804657" y="4066449"/>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endParaRPr lang="en-GB" sz="800" kern="1200"/>
        </a:p>
      </dsp:txBody>
      <dsp:txXfrm>
        <a:off x="10804657" y="4066449"/>
        <a:ext cx="770224" cy="147699"/>
      </dsp:txXfrm>
    </dsp:sp>
    <dsp:sp modelId="{001960A0-48E9-4F4A-8944-1D7F333E20DE}">
      <dsp:nvSpPr>
        <dsp:cNvPr id="0" name=""/>
        <dsp:cNvSpPr/>
      </dsp:nvSpPr>
      <dsp:spPr>
        <a:xfrm>
          <a:off x="10633496" y="4420927"/>
          <a:ext cx="855804" cy="443097"/>
        </a:xfrm>
        <a:prstGeom prst="rect">
          <a:avLst/>
        </a:prstGeom>
        <a:solidFill>
          <a:srgbClr val="61896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Imaging Scientist</a:t>
          </a:r>
        </a:p>
      </dsp:txBody>
      <dsp:txXfrm>
        <a:off x="10633496" y="4420927"/>
        <a:ext cx="855804" cy="443097"/>
      </dsp:txXfrm>
    </dsp:sp>
    <dsp:sp modelId="{B97E9DD8-49DB-4AA0-8DDA-78CA45E3A56A}">
      <dsp:nvSpPr>
        <dsp:cNvPr id="0" name=""/>
        <dsp:cNvSpPr/>
      </dsp:nvSpPr>
      <dsp:spPr>
        <a:xfrm>
          <a:off x="10804657" y="4765559"/>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5715" rIns="22860" bIns="5715" numCol="1" spcCol="1270" anchor="ctr" anchorCtr="0">
          <a:noAutofit/>
        </a:bodyPr>
        <a:lstStyle/>
        <a:p>
          <a:pPr marL="0" lvl="0" indent="0" algn="r" defTabSz="400050">
            <a:lnSpc>
              <a:spcPct val="90000"/>
            </a:lnSpc>
            <a:spcBef>
              <a:spcPct val="0"/>
            </a:spcBef>
            <a:spcAft>
              <a:spcPct val="35000"/>
            </a:spcAft>
            <a:buNone/>
          </a:pPr>
          <a:endParaRPr lang="en-US" sz="900" kern="1200"/>
        </a:p>
      </dsp:txBody>
      <dsp:txXfrm>
        <a:off x="10804657" y="4765559"/>
        <a:ext cx="770224" cy="147699"/>
      </dsp:txXfrm>
    </dsp:sp>
    <dsp:sp modelId="{850E22CA-BB19-4905-99CE-1BA601CBFCCD}">
      <dsp:nvSpPr>
        <dsp:cNvPr id="0" name=""/>
        <dsp:cNvSpPr/>
      </dsp:nvSpPr>
      <dsp:spPr>
        <a:xfrm>
          <a:off x="3753214" y="914080"/>
          <a:ext cx="855804" cy="443097"/>
        </a:xfrm>
        <a:prstGeom prst="rect">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62526" numCol="1" spcCol="1270" anchor="ctr" anchorCtr="0">
          <a:noAutofit/>
        </a:bodyPr>
        <a:lstStyle/>
        <a:p>
          <a:pPr marL="0" lvl="0" indent="0" algn="ctr" defTabSz="355600">
            <a:lnSpc>
              <a:spcPct val="90000"/>
            </a:lnSpc>
            <a:spcBef>
              <a:spcPct val="0"/>
            </a:spcBef>
            <a:spcAft>
              <a:spcPct val="35000"/>
            </a:spcAft>
            <a:buNone/>
          </a:pPr>
          <a:r>
            <a:rPr lang="en-GB" sz="800" kern="1200"/>
            <a:t>Strategy Lead</a:t>
          </a:r>
        </a:p>
      </dsp:txBody>
      <dsp:txXfrm>
        <a:off x="3753214" y="914080"/>
        <a:ext cx="855804" cy="443097"/>
      </dsp:txXfrm>
    </dsp:sp>
    <dsp:sp modelId="{1E73E35F-9D2D-4F86-AE21-6CE3507EEDBD}">
      <dsp:nvSpPr>
        <dsp:cNvPr id="0" name=""/>
        <dsp:cNvSpPr/>
      </dsp:nvSpPr>
      <dsp:spPr>
        <a:xfrm>
          <a:off x="3924375" y="1258712"/>
          <a:ext cx="770224" cy="147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20320" bIns="5080" numCol="1" spcCol="1270" anchor="ctr" anchorCtr="0">
          <a:noAutofit/>
        </a:bodyPr>
        <a:lstStyle/>
        <a:p>
          <a:pPr marL="0" lvl="0" indent="0" algn="r" defTabSz="355600">
            <a:lnSpc>
              <a:spcPct val="90000"/>
            </a:lnSpc>
            <a:spcBef>
              <a:spcPct val="0"/>
            </a:spcBef>
            <a:spcAft>
              <a:spcPct val="35000"/>
            </a:spcAft>
            <a:buNone/>
          </a:pPr>
          <a:r>
            <a:rPr lang="en-GB" sz="800" kern="1200"/>
            <a:t>Becca Levin</a:t>
          </a:r>
        </a:p>
      </dsp:txBody>
      <dsp:txXfrm>
        <a:off x="3924375" y="1258712"/>
        <a:ext cx="770224" cy="147699"/>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1C296-A4E5-473B-9AB4-5BDE096E5056}"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7FF2C-2F04-46E4-B5EA-3D981C11B6AA}" type="slidenum">
              <a:rPr lang="en-US" smtClean="0"/>
              <a:t>‹#›</a:t>
            </a:fld>
            <a:endParaRPr lang="en-US"/>
          </a:p>
        </p:txBody>
      </p:sp>
    </p:spTree>
    <p:extLst>
      <p:ext uri="{BB962C8B-B14F-4D97-AF65-F5344CB8AC3E}">
        <p14:creationId xmlns:p14="http://schemas.microsoft.com/office/powerpoint/2010/main" val="91061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5E26D-9DFB-1EC1-FDFA-05D1286D5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92B0E-D043-0B75-4408-A1A5C8912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F9E5D-72DF-6B84-EF6A-67C2DA3319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0656F2-7AF4-D2C3-CBD2-7E2E219C8C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B0095F-5445-47CF-A2C8-CD2D1447E28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271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B0095F-5445-47CF-A2C8-CD2D1447E28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76244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EF5A-8867-3CD9-CC2C-742E1FDDD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C548A-3764-DBD2-A528-4EC0244D4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62356-666D-D869-09A9-FAAEDDBC0A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A58E42-773D-DA0C-CC77-A976E643EF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B0095F-5445-47CF-A2C8-CD2D1447E28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66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May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150789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1840686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299499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2429585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203999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95596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50772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09649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2468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387931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348882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2156005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73449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866197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184103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773175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946658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939288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816460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293568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5275376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82168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4749900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1821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3BA6-6E2A-BD0E-8135-67E0505488F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0DCF7C3-D47E-4196-CEC5-89BB7D32B75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49AD4AF4-822E-0DE0-1836-059C75F02AE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6" name="Slide Number Placeholder 5">
            <a:extLst>
              <a:ext uri="{FF2B5EF4-FFF2-40B4-BE49-F238E27FC236}">
                <a16:creationId xmlns:a16="http://schemas.microsoft.com/office/drawing/2014/main" id="{F29DB78E-A2B2-4C6A-A51F-06F36845D3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EAB99E-6806-4776-BE8D-756721F2B2B0}"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Tree>
    <p:extLst>
      <p:ext uri="{BB962C8B-B14F-4D97-AF65-F5344CB8AC3E}">
        <p14:creationId xmlns:p14="http://schemas.microsoft.com/office/powerpoint/2010/main" val="22992252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BDD93-B07B-9754-A285-9A81C2BB87B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962549A-F1EA-4AF6-D81B-620EF2CDC101}"/>
              </a:ext>
            </a:extLst>
          </p:cNvPr>
          <p:cNvSpPr>
            <a:spLocks noGrp="1"/>
          </p:cNvSpPr>
          <p:nvPr>
            <p:ph type="dt" sz="half" idx="10"/>
          </p:nvPr>
        </p:nvSpPr>
        <p:spPr/>
        <p:txBody>
          <a:bodyPr/>
          <a:lstStyle/>
          <a:p>
            <a:fld id="{7794ED78-DE76-4171-A270-A38F4D85442D}" type="datetimeFigureOut">
              <a:rPr lang="en-GB" smtClean="0"/>
              <a:t>12/05/2026</a:t>
            </a:fld>
            <a:endParaRPr lang="en-GB"/>
          </a:p>
        </p:txBody>
      </p:sp>
      <p:sp>
        <p:nvSpPr>
          <p:cNvPr id="4" name="Footer Placeholder 3">
            <a:extLst>
              <a:ext uri="{FF2B5EF4-FFF2-40B4-BE49-F238E27FC236}">
                <a16:creationId xmlns:a16="http://schemas.microsoft.com/office/drawing/2014/main" id="{BD36C119-02EA-7E83-8F53-9A4A696FA5A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C92C4F2-5F50-4BE0-47BE-48E41C65FB0F}"/>
              </a:ext>
            </a:extLst>
          </p:cNvPr>
          <p:cNvSpPr>
            <a:spLocks noGrp="1"/>
          </p:cNvSpPr>
          <p:nvPr>
            <p:ph type="sldNum" sz="quarter" idx="12"/>
          </p:nvPr>
        </p:nvSpPr>
        <p:spPr/>
        <p:txBody>
          <a:bodyPr/>
          <a:lstStyle/>
          <a:p>
            <a:fld id="{DFC1697F-A84D-400A-B681-2F59B9FA91A5}" type="slidenum">
              <a:rPr lang="en-GB" smtClean="0"/>
              <a:t>‹#›</a:t>
            </a:fld>
            <a:endParaRPr lang="en-GB"/>
          </a:p>
        </p:txBody>
      </p:sp>
    </p:spTree>
    <p:extLst>
      <p:ext uri="{BB962C8B-B14F-4D97-AF65-F5344CB8AC3E}">
        <p14:creationId xmlns:p14="http://schemas.microsoft.com/office/powerpoint/2010/main" val="13184518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8141-9AF0-A4BA-107C-9B8A41EF1A2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EF4771C-550F-39A6-2FBD-3B1B68E0CF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966A70B-C4B7-0306-FF0C-3484C5062F69}"/>
              </a:ext>
            </a:extLst>
          </p:cNvPr>
          <p:cNvSpPr>
            <a:spLocks noGrp="1"/>
          </p:cNvSpPr>
          <p:nvPr>
            <p:ph type="dt" sz="half" idx="10"/>
          </p:nvPr>
        </p:nvSpPr>
        <p:spPr/>
        <p:txBody>
          <a:bodyPr/>
          <a:lstStyle/>
          <a:p>
            <a:fld id="{9B7872EF-C40A-4BEB-B1D2-73B4C8452F10}" type="datetimeFigureOut">
              <a:rPr lang="en-GB" smtClean="0"/>
              <a:t>13/05/2026</a:t>
            </a:fld>
            <a:endParaRPr lang="en-GB"/>
          </a:p>
        </p:txBody>
      </p:sp>
      <p:sp>
        <p:nvSpPr>
          <p:cNvPr id="5" name="Footer Placeholder 4">
            <a:extLst>
              <a:ext uri="{FF2B5EF4-FFF2-40B4-BE49-F238E27FC236}">
                <a16:creationId xmlns:a16="http://schemas.microsoft.com/office/drawing/2014/main" id="{D9D10225-4C33-426D-7F03-39DBC97776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756B09-DF8E-4373-027D-F260E30A8354}"/>
              </a:ext>
            </a:extLst>
          </p:cNvPr>
          <p:cNvSpPr>
            <a:spLocks noGrp="1"/>
          </p:cNvSpPr>
          <p:nvPr>
            <p:ph type="sldNum" sz="quarter" idx="12"/>
          </p:nvPr>
        </p:nvSpPr>
        <p:spPr/>
        <p:txBody>
          <a:bodyPr/>
          <a:lstStyle/>
          <a:p>
            <a:fld id="{17EFF156-4453-46B3-B5A3-5B6492ECB10B}" type="slidenum">
              <a:rPr lang="en-GB" smtClean="0"/>
              <a:t>‹#›</a:t>
            </a:fld>
            <a:endParaRPr lang="en-GB"/>
          </a:p>
        </p:txBody>
      </p:sp>
    </p:spTree>
    <p:extLst>
      <p:ext uri="{BB962C8B-B14F-4D97-AF65-F5344CB8AC3E}">
        <p14:creationId xmlns:p14="http://schemas.microsoft.com/office/powerpoint/2010/main" val="534561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
        <p:nvSpPr>
          <p:cNvPr id="7" name="TextBox 6">
            <a:extLst>
              <a:ext uri="{FF2B5EF4-FFF2-40B4-BE49-F238E27FC236}">
                <a16:creationId xmlns:a16="http://schemas.microsoft.com/office/drawing/2014/main" id="{4BFB44B7-D6CD-8290-6989-A98547442AC3}"/>
              </a:ext>
            </a:extLst>
          </p:cNvPr>
          <p:cNvSpPr txBox="1"/>
          <p:nvPr userDrawn="1">
            <p:extLst>
              <p:ext uri="{1162E1C5-73C7-4A58-AE30-91384D911F3F}">
                <p184:classification xmlns:p184="http://schemas.microsoft.com/office/powerpoint/2018/4/main" val="ftr"/>
              </p:ext>
            </p:extLst>
          </p:nvPr>
        </p:nvSpPr>
        <p:spPr>
          <a:xfrm>
            <a:off x="11588750" y="6672580"/>
            <a:ext cx="560388" cy="121920"/>
          </a:xfrm>
          <a:prstGeom prst="rect">
            <a:avLst/>
          </a:prstGeom>
        </p:spPr>
        <p:txBody>
          <a:bodyPr horzOverflow="overflow" lIns="0" tIns="0" rIns="0" bIns="0">
            <a:spAutoFit/>
          </a:bodyPr>
          <a:lstStyle/>
          <a:p>
            <a:pPr algn="l"/>
            <a:r>
              <a:rPr lang="en-GB" sz="800">
                <a:solidFill>
                  <a:srgbClr val="000000">
                    <a:alpha val="50000"/>
                  </a:srgbClr>
                </a:solidFill>
                <a:latin typeface="Aptos" panose="020B0004020202020204" pitchFamily="34" charset="0"/>
              </a:rPr>
              <a:t>Confidential</a:t>
            </a:r>
          </a:p>
        </p:txBody>
      </p:sp>
    </p:spTree>
    <p:extLst>
      <p:ext uri="{BB962C8B-B14F-4D97-AF65-F5344CB8AC3E}">
        <p14:creationId xmlns:p14="http://schemas.microsoft.com/office/powerpoint/2010/main" val="765033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jpe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1.xml"/><Relationship Id="rId16" Type="http://schemas.openxmlformats.org/officeDocument/2006/relationships/image" Target="../media/image34.jpeg"/><Relationship Id="rId1" Type="http://schemas.openxmlformats.org/officeDocument/2006/relationships/slideLayout" Target="../slideLayouts/slideLayout23.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jpe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EA00C7-30CC-C839-B4C8-9516536E4055}"/>
              </a:ext>
            </a:extLst>
          </p:cNvPr>
          <p:cNvSpPr>
            <a:spLocks noGrp="1"/>
          </p:cNvSpPr>
          <p:nvPr>
            <p:ph type="title"/>
          </p:nvPr>
        </p:nvSpPr>
        <p:spPr/>
        <p:txBody>
          <a:bodyPr/>
          <a:lstStyle/>
          <a:p>
            <a:r>
              <a:rPr lang="en-US" dirty="0"/>
              <a:t>Curie Bio Questions</a:t>
            </a:r>
          </a:p>
        </p:txBody>
      </p:sp>
      <p:sp>
        <p:nvSpPr>
          <p:cNvPr id="3" name="Footer Placeholder 2">
            <a:extLst>
              <a:ext uri="{FF2B5EF4-FFF2-40B4-BE49-F238E27FC236}">
                <a16:creationId xmlns:a16="http://schemas.microsoft.com/office/drawing/2014/main" id="{F3F2FBA8-5B2B-7FC7-0AD0-3F0CBD259F47}"/>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74D53A9A-BC0B-2426-06B4-16D9F45DE0F1}"/>
              </a:ext>
            </a:extLst>
          </p:cNvPr>
          <p:cNvSpPr>
            <a:spLocks noGrp="1"/>
          </p:cNvSpPr>
          <p:nvPr>
            <p:ph type="sldNum" sz="quarter" idx="11"/>
          </p:nvPr>
        </p:nvSpPr>
        <p:spPr/>
        <p:txBody>
          <a:bodyPr/>
          <a:lstStyle/>
          <a:p>
            <a:fld id="{F41E5F93-45D3-472F-9EA1-BCB47A04FF6B}" type="slidenum">
              <a:rPr lang="en-GB" smtClean="0"/>
              <a:pPr/>
              <a:t>1</a:t>
            </a:fld>
            <a:endParaRPr lang="en-GB"/>
          </a:p>
        </p:txBody>
      </p:sp>
      <p:sp>
        <p:nvSpPr>
          <p:cNvPr id="6" name="Subtitle 5">
            <a:extLst>
              <a:ext uri="{FF2B5EF4-FFF2-40B4-BE49-F238E27FC236}">
                <a16:creationId xmlns:a16="http://schemas.microsoft.com/office/drawing/2014/main" id="{92AD719B-33FE-1C31-3C43-2EE98F84046E}"/>
              </a:ext>
            </a:extLst>
          </p:cNvPr>
          <p:cNvSpPr>
            <a:spLocks noGrp="1"/>
          </p:cNvSpPr>
          <p:nvPr>
            <p:ph type="subTitle" idx="1"/>
          </p:nvPr>
        </p:nvSpPr>
        <p:spPr/>
        <p:txBody>
          <a:bodyPr/>
          <a:lstStyle/>
          <a:p>
            <a:r>
              <a:rPr lang="en-US" dirty="0"/>
              <a:t>Sego Therapeutics</a:t>
            </a:r>
          </a:p>
        </p:txBody>
      </p:sp>
    </p:spTree>
    <p:extLst>
      <p:ext uri="{BB962C8B-B14F-4D97-AF65-F5344CB8AC3E}">
        <p14:creationId xmlns:p14="http://schemas.microsoft.com/office/powerpoint/2010/main" val="3041408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092D9-EDE8-0110-4300-6FABD005D9B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C8884FC-6E6F-A00B-9C0B-7E0D469F0207}"/>
              </a:ext>
            </a:extLst>
          </p:cNvPr>
          <p:cNvSpPr>
            <a:spLocks noGrp="1"/>
          </p:cNvSpPr>
          <p:nvPr>
            <p:ph type="title"/>
          </p:nvPr>
        </p:nvSpPr>
        <p:spPr>
          <a:xfrm>
            <a:off x="261111" y="1205018"/>
            <a:ext cx="11673713" cy="774128"/>
          </a:xfrm>
        </p:spPr>
        <p:txBody>
          <a:bodyPr/>
          <a:lstStyle/>
          <a:p>
            <a:r>
              <a:rPr lang="en-US" b="1" dirty="0" err="1"/>
              <a:t>Nusano</a:t>
            </a:r>
            <a:r>
              <a:rPr lang="en-US" b="1" dirty="0"/>
              <a:t> relationship </a:t>
            </a:r>
            <a:r>
              <a:rPr lang="en-US" dirty="0"/>
              <a:t>– Beyond geographic proximity to Sego’s SLC facility, is there an actual partnership or supply agreement in place with </a:t>
            </a:r>
            <a:r>
              <a:rPr lang="en-US" dirty="0" err="1"/>
              <a:t>Nusano</a:t>
            </a:r>
            <a:r>
              <a:rPr lang="en-US" dirty="0"/>
              <a:t>? </a:t>
            </a:r>
            <a:r>
              <a:rPr lang="en-US" dirty="0" err="1"/>
              <a:t>Nusano</a:t>
            </a:r>
            <a:r>
              <a:rPr lang="en-US" dirty="0"/>
              <a:t> has announced availability of key alpha emitters (e.g., Ac-225, At-211) starting Q4 2025</a:t>
            </a:r>
          </a:p>
        </p:txBody>
      </p:sp>
      <p:sp>
        <p:nvSpPr>
          <p:cNvPr id="2" name="Footer Placeholder 1">
            <a:extLst>
              <a:ext uri="{FF2B5EF4-FFF2-40B4-BE49-F238E27FC236}">
                <a16:creationId xmlns:a16="http://schemas.microsoft.com/office/drawing/2014/main" id="{802AA57A-758E-B78C-AE64-60401FEEB07F}"/>
              </a:ext>
            </a:extLst>
          </p:cNvPr>
          <p:cNvSpPr>
            <a:spLocks noGrp="1"/>
          </p:cNvSpPr>
          <p:nvPr>
            <p:ph type="ftr" sz="quarter" idx="10"/>
          </p:nvPr>
        </p:nvSpPr>
        <p:spPr/>
        <p:txBody>
          <a:bodyPr/>
          <a:lstStyle/>
          <a:p>
            <a:r>
              <a:rPr lang="en-US"/>
              <a:t>Confidential</a:t>
            </a:r>
            <a:endParaRPr lang="en-GB" spc="0"/>
          </a:p>
        </p:txBody>
      </p:sp>
      <p:sp>
        <p:nvSpPr>
          <p:cNvPr id="3" name="Slide Number Placeholder 2">
            <a:extLst>
              <a:ext uri="{FF2B5EF4-FFF2-40B4-BE49-F238E27FC236}">
                <a16:creationId xmlns:a16="http://schemas.microsoft.com/office/drawing/2014/main" id="{BD0C88A8-1DD6-3043-A540-EA1EA4758278}"/>
              </a:ext>
            </a:extLst>
          </p:cNvPr>
          <p:cNvSpPr>
            <a:spLocks noGrp="1"/>
          </p:cNvSpPr>
          <p:nvPr>
            <p:ph type="sldNum" sz="quarter" idx="11"/>
          </p:nvPr>
        </p:nvSpPr>
        <p:spPr/>
        <p:txBody>
          <a:bodyPr/>
          <a:lstStyle/>
          <a:p>
            <a:fld id="{F41E5F93-45D3-472F-9EA1-BCB47A04FF6B}" type="slidenum">
              <a:rPr lang="en-GB" smtClean="0"/>
              <a:pPr/>
              <a:t>2</a:t>
            </a:fld>
            <a:endParaRPr lang="en-GB"/>
          </a:p>
        </p:txBody>
      </p:sp>
      <p:sp>
        <p:nvSpPr>
          <p:cNvPr id="9" name="TextBox 8">
            <a:extLst>
              <a:ext uri="{FF2B5EF4-FFF2-40B4-BE49-F238E27FC236}">
                <a16:creationId xmlns:a16="http://schemas.microsoft.com/office/drawing/2014/main" id="{2E96110B-BEF9-6C19-E0E7-EB5A07379410}"/>
              </a:ext>
            </a:extLst>
          </p:cNvPr>
          <p:cNvSpPr txBox="1"/>
          <p:nvPr/>
        </p:nvSpPr>
        <p:spPr>
          <a:xfrm>
            <a:off x="267888" y="2887038"/>
            <a:ext cx="11513582" cy="3714977"/>
          </a:xfrm>
          <a:prstGeom prst="roundRect">
            <a:avLst>
              <a:gd name="adj" fmla="val 4188"/>
            </a:avLst>
          </a:prstGeom>
          <a:solidFill>
            <a:schemeClr val="bg1"/>
          </a:solidFill>
        </p:spPr>
        <p:txBody>
          <a:bodyPr wrap="square" lIns="182880" tIns="182880" rIns="182880" bIns="182880" rtlCol="0">
            <a:noAutofit/>
          </a:bodyPr>
          <a:lstStyle/>
          <a:p>
            <a:pPr>
              <a:spcAft>
                <a:spcPts val="600"/>
              </a:spcAft>
            </a:pPr>
            <a:endParaRPr lang="en-US" sz="1400" dirty="0">
              <a:solidFill>
                <a:schemeClr val="tx2"/>
              </a:solidFill>
              <a:latin typeface="+mj-lt"/>
            </a:endParaRPr>
          </a:p>
          <a:p>
            <a:pPr>
              <a:spcAft>
                <a:spcPts val="600"/>
              </a:spcAft>
            </a:pPr>
            <a:r>
              <a:rPr lang="en-US" sz="1400" dirty="0">
                <a:solidFill>
                  <a:schemeClr val="tx2"/>
                </a:solidFill>
                <a:latin typeface="+mj-lt"/>
              </a:rPr>
              <a:t>Sego and </a:t>
            </a:r>
            <a:r>
              <a:rPr lang="en-US" sz="1400" dirty="0" err="1">
                <a:solidFill>
                  <a:schemeClr val="tx2"/>
                </a:solidFill>
                <a:latin typeface="+mj-lt"/>
              </a:rPr>
              <a:t>Nusano</a:t>
            </a:r>
            <a:r>
              <a:rPr lang="en-US" sz="1400" dirty="0">
                <a:solidFill>
                  <a:schemeClr val="tx2"/>
                </a:solidFill>
                <a:latin typeface="+mj-lt"/>
              </a:rPr>
              <a:t> share a common backer in Wasatch Group, are co-located on the same Medical Innovation campus in Salt Lake City and have established strong working relationships with the </a:t>
            </a:r>
            <a:r>
              <a:rPr lang="en-US" sz="1400" dirty="0" err="1">
                <a:solidFill>
                  <a:schemeClr val="tx2"/>
                </a:solidFill>
                <a:latin typeface="+mj-lt"/>
              </a:rPr>
              <a:t>Nusano</a:t>
            </a:r>
            <a:r>
              <a:rPr lang="en-US" sz="1400" dirty="0">
                <a:solidFill>
                  <a:schemeClr val="tx2"/>
                </a:solidFill>
                <a:latin typeface="+mj-lt"/>
              </a:rPr>
              <a:t> team. Formal supply agreements are not yet in place but are expected to be straightforward to negotiate given the intertwined founding relationships and shared strategic incentives.</a:t>
            </a:r>
          </a:p>
          <a:p>
            <a:pPr marL="285750" indent="-285750">
              <a:spcAft>
                <a:spcPts val="600"/>
              </a:spcAft>
              <a:buFont typeface="Arial" panose="020B0604020202020204" pitchFamily="34" charset="0"/>
              <a:buChar char="•"/>
            </a:pPr>
            <a:r>
              <a:rPr lang="en-US" sz="1400" dirty="0">
                <a:solidFill>
                  <a:schemeClr val="tx2"/>
                </a:solidFill>
                <a:latin typeface="+mj-lt"/>
              </a:rPr>
              <a:t>Wasatch Group led the majority of </a:t>
            </a:r>
            <a:r>
              <a:rPr lang="en-US" sz="1400" dirty="0" err="1">
                <a:solidFill>
                  <a:schemeClr val="tx2"/>
                </a:solidFill>
                <a:latin typeface="+mj-lt"/>
              </a:rPr>
              <a:t>Nusano's</a:t>
            </a:r>
            <a:r>
              <a:rPr lang="en-US" sz="1400" dirty="0">
                <a:solidFill>
                  <a:schemeClr val="tx2"/>
                </a:solidFill>
                <a:latin typeface="+mj-lt"/>
              </a:rPr>
              <a:t> $300M+ raised to date and is Sego's lead Seed investor, aligning incentives from isotope production through RLT development</a:t>
            </a:r>
          </a:p>
          <a:p>
            <a:pPr marL="285750" indent="-285750">
              <a:spcAft>
                <a:spcPts val="600"/>
              </a:spcAft>
              <a:buFont typeface="Arial" panose="020B0604020202020204" pitchFamily="34" charset="0"/>
              <a:buChar char="•"/>
            </a:pPr>
            <a:r>
              <a:rPr lang="en-US" sz="1400" dirty="0" err="1">
                <a:solidFill>
                  <a:schemeClr val="tx2"/>
                </a:solidFill>
                <a:latin typeface="+mj-lt"/>
              </a:rPr>
              <a:t>Nusano's</a:t>
            </a:r>
            <a:r>
              <a:rPr lang="en-US" sz="1400" dirty="0">
                <a:solidFill>
                  <a:schemeClr val="tx2"/>
                </a:solidFill>
                <a:latin typeface="+mj-lt"/>
              </a:rPr>
              <a:t> accelerator facility targets isotope availability in 2027, matching Sego's first clinical manufacturing need (Ph 0 in 2028)</a:t>
            </a:r>
          </a:p>
          <a:p>
            <a:pPr marL="285750" indent="-285750">
              <a:spcAft>
                <a:spcPts val="600"/>
              </a:spcAft>
              <a:buFont typeface="Arial" panose="020B0604020202020204" pitchFamily="34" charset="0"/>
              <a:buChar char="•"/>
            </a:pPr>
            <a:r>
              <a:rPr lang="en-US" sz="1400" dirty="0">
                <a:solidFill>
                  <a:schemeClr val="tx2"/>
                </a:solidFill>
                <a:latin typeface="+mj-lt"/>
              </a:rPr>
              <a:t>Co-location eliminates isotope decay losses in transit, simplifies manufacturing scheduling, and integrates logistics from production through GMP to clinical sites</a:t>
            </a:r>
          </a:p>
          <a:p>
            <a:pPr marL="285750" indent="-285750">
              <a:spcAft>
                <a:spcPts val="600"/>
              </a:spcAft>
              <a:buFont typeface="Arial" panose="020B0604020202020204" pitchFamily="34" charset="0"/>
              <a:buChar char="•"/>
            </a:pPr>
            <a:r>
              <a:rPr lang="en-US" sz="1400" dirty="0">
                <a:solidFill>
                  <a:schemeClr val="tx2"/>
                </a:solidFill>
                <a:latin typeface="+mj-lt"/>
              </a:rPr>
              <a:t>For redundancy, Sego has qualified alternative cGMP 225Ac and 161Tb suppliers (Eckert &amp; Ziegler, </a:t>
            </a:r>
            <a:r>
              <a:rPr lang="en-US" sz="1400" dirty="0" err="1">
                <a:solidFill>
                  <a:schemeClr val="tx2"/>
                </a:solidFill>
                <a:latin typeface="+mj-lt"/>
              </a:rPr>
              <a:t>Actineer</a:t>
            </a:r>
            <a:r>
              <a:rPr lang="en-US" sz="1400" dirty="0">
                <a:solidFill>
                  <a:schemeClr val="tx2"/>
                </a:solidFill>
                <a:latin typeface="+mj-lt"/>
              </a:rPr>
              <a:t>/ITM, NorthStar, </a:t>
            </a:r>
            <a:r>
              <a:rPr lang="en-US" sz="1400" dirty="0" err="1">
                <a:solidFill>
                  <a:schemeClr val="tx2"/>
                </a:solidFill>
                <a:latin typeface="+mj-lt"/>
              </a:rPr>
              <a:t>TerThera</a:t>
            </a:r>
            <a:r>
              <a:rPr lang="en-US" sz="1400" dirty="0">
                <a:solidFill>
                  <a:schemeClr val="tx2"/>
                </a:solidFill>
                <a:latin typeface="+mj-lt"/>
              </a:rPr>
              <a:t>, ITM, </a:t>
            </a:r>
            <a:r>
              <a:rPr lang="en-US" sz="1400" dirty="0" err="1">
                <a:solidFill>
                  <a:schemeClr val="tx2"/>
                </a:solidFill>
                <a:latin typeface="+mj-lt"/>
              </a:rPr>
              <a:t>Isotopia</a:t>
            </a:r>
            <a:r>
              <a:rPr lang="en-US" sz="1400" dirty="0">
                <a:solidFill>
                  <a:schemeClr val="tx2"/>
                </a:solidFill>
                <a:latin typeface="+mj-lt"/>
              </a:rPr>
              <a:t>) independent of </a:t>
            </a:r>
            <a:r>
              <a:rPr lang="en-US" sz="1400" dirty="0" err="1">
                <a:solidFill>
                  <a:schemeClr val="tx2"/>
                </a:solidFill>
                <a:latin typeface="+mj-lt"/>
              </a:rPr>
              <a:t>Nusano</a:t>
            </a:r>
            <a:endParaRPr lang="en-US" sz="1400" dirty="0">
              <a:solidFill>
                <a:schemeClr val="tx2"/>
              </a:solidFill>
              <a:latin typeface="+mj-lt"/>
            </a:endParaRPr>
          </a:p>
        </p:txBody>
      </p:sp>
      <p:sp>
        <p:nvSpPr>
          <p:cNvPr id="11" name="Rectangle: Top Corners Rounded 10">
            <a:extLst>
              <a:ext uri="{FF2B5EF4-FFF2-40B4-BE49-F238E27FC236}">
                <a16:creationId xmlns:a16="http://schemas.microsoft.com/office/drawing/2014/main" id="{45986A96-5815-91C3-7512-27F9B811F9F2}"/>
              </a:ext>
            </a:extLst>
          </p:cNvPr>
          <p:cNvSpPr/>
          <p:nvPr/>
        </p:nvSpPr>
        <p:spPr>
          <a:xfrm>
            <a:off x="267888" y="2661007"/>
            <a:ext cx="11513582" cy="400691"/>
          </a:xfrm>
          <a:prstGeom prst="round2Same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Sego’s Response</a:t>
            </a:r>
          </a:p>
        </p:txBody>
      </p:sp>
    </p:spTree>
    <p:extLst>
      <p:ext uri="{BB962C8B-B14F-4D97-AF65-F5344CB8AC3E}">
        <p14:creationId xmlns:p14="http://schemas.microsoft.com/office/powerpoint/2010/main" val="58018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F22A97D-4D29-1475-D43C-31AFA3E104CB}"/>
              </a:ext>
            </a:extLst>
          </p:cNvPr>
          <p:cNvSpPr>
            <a:spLocks noGrp="1"/>
          </p:cNvSpPr>
          <p:nvPr>
            <p:ph type="title"/>
          </p:nvPr>
        </p:nvSpPr>
        <p:spPr>
          <a:xfrm>
            <a:off x="261111" y="1205018"/>
            <a:ext cx="11673713" cy="774128"/>
          </a:xfrm>
        </p:spPr>
        <p:txBody>
          <a:bodyPr/>
          <a:lstStyle/>
          <a:p>
            <a:r>
              <a:rPr lang="en-US" b="1" dirty="0"/>
              <a:t>Team - </a:t>
            </a:r>
            <a:r>
              <a:rPr lang="en-US" dirty="0"/>
              <a:t> Who else—beyond the founder, Jeevan Virk—is in place to drive facility buildout, establish the supply chain, and advance six preclinical programs over the first 1–3 years?</a:t>
            </a:r>
          </a:p>
        </p:txBody>
      </p:sp>
      <p:sp>
        <p:nvSpPr>
          <p:cNvPr id="2" name="Footer Placeholder 1">
            <a:extLst>
              <a:ext uri="{FF2B5EF4-FFF2-40B4-BE49-F238E27FC236}">
                <a16:creationId xmlns:a16="http://schemas.microsoft.com/office/drawing/2014/main" id="{F9E8D68A-87EC-407F-4847-5FB878693F89}"/>
              </a:ext>
            </a:extLst>
          </p:cNvPr>
          <p:cNvSpPr>
            <a:spLocks noGrp="1"/>
          </p:cNvSpPr>
          <p:nvPr>
            <p:ph type="ftr" sz="quarter" idx="10"/>
          </p:nvPr>
        </p:nvSpPr>
        <p:spPr/>
        <p:txBody>
          <a:bodyPr/>
          <a:lstStyle/>
          <a:p>
            <a:r>
              <a:rPr lang="en-US"/>
              <a:t>Confidential</a:t>
            </a:r>
            <a:endParaRPr lang="en-GB" spc="0"/>
          </a:p>
        </p:txBody>
      </p:sp>
      <p:sp>
        <p:nvSpPr>
          <p:cNvPr id="3" name="Slide Number Placeholder 2">
            <a:extLst>
              <a:ext uri="{FF2B5EF4-FFF2-40B4-BE49-F238E27FC236}">
                <a16:creationId xmlns:a16="http://schemas.microsoft.com/office/drawing/2014/main" id="{14DD622C-F7B8-5F2C-86C3-4BAD05F087D1}"/>
              </a:ext>
            </a:extLst>
          </p:cNvPr>
          <p:cNvSpPr>
            <a:spLocks noGrp="1"/>
          </p:cNvSpPr>
          <p:nvPr>
            <p:ph type="sldNum" sz="quarter" idx="11"/>
          </p:nvPr>
        </p:nvSpPr>
        <p:spPr/>
        <p:txBody>
          <a:bodyPr/>
          <a:lstStyle/>
          <a:p>
            <a:fld id="{F41E5F93-45D3-472F-9EA1-BCB47A04FF6B}" type="slidenum">
              <a:rPr lang="en-GB" smtClean="0"/>
              <a:pPr/>
              <a:t>3</a:t>
            </a:fld>
            <a:endParaRPr lang="en-GB"/>
          </a:p>
        </p:txBody>
      </p:sp>
      <p:sp>
        <p:nvSpPr>
          <p:cNvPr id="9" name="TextBox 8">
            <a:extLst>
              <a:ext uri="{FF2B5EF4-FFF2-40B4-BE49-F238E27FC236}">
                <a16:creationId xmlns:a16="http://schemas.microsoft.com/office/drawing/2014/main" id="{CC1B89FD-7414-2FD2-C640-647F2737CCEA}"/>
              </a:ext>
            </a:extLst>
          </p:cNvPr>
          <p:cNvSpPr txBox="1"/>
          <p:nvPr/>
        </p:nvSpPr>
        <p:spPr>
          <a:xfrm>
            <a:off x="267888" y="2630184"/>
            <a:ext cx="11513582" cy="3971831"/>
          </a:xfrm>
          <a:prstGeom prst="roundRect">
            <a:avLst>
              <a:gd name="adj" fmla="val 4188"/>
            </a:avLst>
          </a:prstGeom>
          <a:solidFill>
            <a:schemeClr val="bg1"/>
          </a:solidFill>
        </p:spPr>
        <p:txBody>
          <a:bodyPr wrap="square" lIns="182880" tIns="182880" rIns="182880" bIns="182880" rtlCol="0">
            <a:noAutofit/>
          </a:bodyPr>
          <a:lstStyle/>
          <a:p>
            <a:pPr>
              <a:spcAft>
                <a:spcPts val="600"/>
              </a:spcAft>
            </a:pPr>
            <a:r>
              <a:rPr lang="en-US" sz="1400" dirty="0">
                <a:solidFill>
                  <a:schemeClr val="tx2"/>
                </a:solidFill>
                <a:latin typeface="+mj-lt"/>
              </a:rPr>
              <a:t>Sego has 15 people today scaling to a plateau of 35 by Q1 2027, with full coverage across discovery, GMP manufacturing, clinical translation, and operations already in place. See below for a summary, and more detail in the following slides. </a:t>
            </a:r>
          </a:p>
          <a:p>
            <a:pPr marL="285750" indent="-285750">
              <a:spcAft>
                <a:spcPts val="600"/>
              </a:spcAft>
              <a:buFont typeface="Arial" panose="020B0604020202020204" pitchFamily="34" charset="0"/>
              <a:buChar char="•"/>
            </a:pPr>
            <a:r>
              <a:rPr lang="en-US" sz="1400" dirty="0">
                <a:solidFill>
                  <a:schemeClr val="tx2"/>
                </a:solidFill>
                <a:latin typeface="+mj-lt"/>
              </a:rPr>
              <a:t>Discovery and preclinical science: Richard Tavare leads research with 15+ years leading clinical imaging strategy at Regeneron across Phase 1-3 programs spanning </a:t>
            </a:r>
            <a:r>
              <a:rPr lang="en-US" sz="1400" dirty="0" err="1">
                <a:solidFill>
                  <a:schemeClr val="tx2"/>
                </a:solidFill>
                <a:latin typeface="+mj-lt"/>
              </a:rPr>
              <a:t>bispecifics</a:t>
            </a:r>
            <a:r>
              <a:rPr lang="en-US" sz="1400" dirty="0">
                <a:solidFill>
                  <a:schemeClr val="tx2"/>
                </a:solidFill>
                <a:latin typeface="+mj-lt"/>
              </a:rPr>
              <a:t>, ADCs, and RLT. Regulatory . Kirstin Zettlitz (Target Biology Lead) brings 20 years across immunology, PK optimization, and radioimmunotherapy including FIH imaging study leadership. Tony Silvestri (Head of Medicinal Chemistry) built the Unnatural Products macrocycle platform from inception supporting $1B+ pharma collaborations, with 10+ programs advanced and 3 DCs expected in 2026 </a:t>
            </a:r>
          </a:p>
          <a:p>
            <a:pPr marL="285750" indent="-285750">
              <a:spcAft>
                <a:spcPts val="600"/>
              </a:spcAft>
              <a:buFont typeface="Arial" panose="020B0604020202020204" pitchFamily="34" charset="0"/>
              <a:buChar char="•"/>
            </a:pPr>
            <a:r>
              <a:rPr lang="en-US" sz="1400" dirty="0">
                <a:solidFill>
                  <a:schemeClr val="tx2"/>
                </a:solidFill>
                <a:latin typeface="+mj-lt"/>
              </a:rPr>
              <a:t>GMP manufacturing and facility: Brandon Buckway (Head of Radiochemistry) has 20+ years of cyclotron-based isotope manufacturing, led GMP production for 5 commercially approved radiopharmaceuticals in Utah, and ran PET probe manufacturing at Huntsman Cancer Institute. Our QA/Facilities consultant is leading the Stage 1A build with 21 CFR Part 211 QA systems experience</a:t>
            </a:r>
          </a:p>
          <a:p>
            <a:pPr marL="285750" indent="-285750">
              <a:spcAft>
                <a:spcPts val="600"/>
              </a:spcAft>
              <a:buFont typeface="Arial" panose="020B0604020202020204" pitchFamily="34" charset="0"/>
              <a:buChar char="•"/>
            </a:pPr>
            <a:r>
              <a:rPr lang="en-US" sz="1400" dirty="0">
                <a:solidFill>
                  <a:schemeClr val="tx2"/>
                </a:solidFill>
                <a:latin typeface="+mj-lt"/>
              </a:rPr>
              <a:t>Clinical and regulatory: Greg Mullen has taken multiple radiopharmaceutical diagnostics and therapeutics from FIH through approval. Jeevan Virk oversaw </a:t>
            </a:r>
            <a:r>
              <a:rPr lang="en-US" sz="1400" dirty="0" err="1">
                <a:solidFill>
                  <a:schemeClr val="tx2"/>
                </a:solidFill>
                <a:latin typeface="+mj-lt"/>
              </a:rPr>
              <a:t>Lutathera</a:t>
            </a:r>
            <a:r>
              <a:rPr lang="en-US" sz="1400" dirty="0">
                <a:solidFill>
                  <a:schemeClr val="tx2"/>
                </a:solidFill>
                <a:latin typeface="+mj-lt"/>
              </a:rPr>
              <a:t> from FIH through commercial launch. Multiple consultants with decades of experience are in place to support clinical strategy, regulatory and clinical operations </a:t>
            </a:r>
          </a:p>
          <a:p>
            <a:pPr marL="285750" indent="-285750">
              <a:spcAft>
                <a:spcPts val="600"/>
              </a:spcAft>
              <a:buFont typeface="Arial" panose="020B0604020202020204" pitchFamily="34" charset="0"/>
              <a:buChar char="•"/>
            </a:pPr>
            <a:r>
              <a:rPr lang="en-US" sz="1400" dirty="0">
                <a:solidFill>
                  <a:schemeClr val="tx2"/>
                </a:solidFill>
                <a:latin typeface="+mj-lt"/>
              </a:rPr>
              <a:t>Operations and execution: Adam Badar (Head of Operations) scaled </a:t>
            </a:r>
            <a:r>
              <a:rPr lang="en-US" sz="1400" dirty="0" err="1">
                <a:solidFill>
                  <a:schemeClr val="tx2"/>
                </a:solidFill>
                <a:latin typeface="+mj-lt"/>
              </a:rPr>
              <a:t>radiopharma</a:t>
            </a:r>
            <a:r>
              <a:rPr lang="en-US" sz="1400" dirty="0">
                <a:solidFill>
                  <a:schemeClr val="tx2"/>
                </a:solidFill>
                <a:latin typeface="+mj-lt"/>
              </a:rPr>
              <a:t> facilities across 15+ years. R&amp;D program management and lab operations provide execution discipline across all 6 programs</a:t>
            </a:r>
          </a:p>
        </p:txBody>
      </p:sp>
      <p:sp>
        <p:nvSpPr>
          <p:cNvPr id="11" name="Rectangle: Top Corners Rounded 10">
            <a:extLst>
              <a:ext uri="{FF2B5EF4-FFF2-40B4-BE49-F238E27FC236}">
                <a16:creationId xmlns:a16="http://schemas.microsoft.com/office/drawing/2014/main" id="{09639951-F3F1-EE11-CDFD-DCFDF1B81EB4}"/>
              </a:ext>
            </a:extLst>
          </p:cNvPr>
          <p:cNvSpPr/>
          <p:nvPr/>
        </p:nvSpPr>
        <p:spPr>
          <a:xfrm>
            <a:off x="267888" y="2393504"/>
            <a:ext cx="11513582" cy="400691"/>
          </a:xfrm>
          <a:prstGeom prst="round2Same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Sego’s Response</a:t>
            </a:r>
          </a:p>
        </p:txBody>
      </p:sp>
      <p:sp>
        <p:nvSpPr>
          <p:cNvPr id="13" name="Rectangle 12">
            <a:extLst>
              <a:ext uri="{FF2B5EF4-FFF2-40B4-BE49-F238E27FC236}">
                <a16:creationId xmlns:a16="http://schemas.microsoft.com/office/drawing/2014/main" id="{0A02403B-75E1-8E0A-F6DE-468AC29B3C47}"/>
              </a:ext>
            </a:extLst>
          </p:cNvPr>
          <p:cNvSpPr/>
          <p:nvPr/>
        </p:nvSpPr>
        <p:spPr>
          <a:xfrm>
            <a:off x="7612389" y="1992673"/>
            <a:ext cx="4169081" cy="311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Please see slides 7+ for more info</a:t>
            </a:r>
          </a:p>
        </p:txBody>
      </p:sp>
    </p:spTree>
    <p:extLst>
      <p:ext uri="{BB962C8B-B14F-4D97-AF65-F5344CB8AC3E}">
        <p14:creationId xmlns:p14="http://schemas.microsoft.com/office/powerpoint/2010/main" val="147558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76CB0-341E-B3A0-9170-9CFDC48BD2F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CD528F8-C48B-5EDE-C79E-3DFF03C37B40}"/>
              </a:ext>
            </a:extLst>
          </p:cNvPr>
          <p:cNvSpPr>
            <a:spLocks noGrp="1"/>
          </p:cNvSpPr>
          <p:nvPr>
            <p:ph type="title"/>
          </p:nvPr>
        </p:nvSpPr>
        <p:spPr>
          <a:xfrm>
            <a:off x="261111" y="1205018"/>
            <a:ext cx="11673713" cy="774128"/>
          </a:xfrm>
        </p:spPr>
        <p:txBody>
          <a:bodyPr/>
          <a:lstStyle/>
          <a:p>
            <a:r>
              <a:rPr lang="en-US" b="1" dirty="0"/>
              <a:t>Fundraise </a:t>
            </a:r>
            <a:r>
              <a:rPr lang="en-US" dirty="0"/>
              <a:t>– What exactly are they raising, and what milestones does it fund?</a:t>
            </a:r>
            <a:br>
              <a:rPr lang="en-US" dirty="0"/>
            </a:br>
            <a:endParaRPr lang="en-US" dirty="0"/>
          </a:p>
        </p:txBody>
      </p:sp>
      <p:sp>
        <p:nvSpPr>
          <p:cNvPr id="2" name="Footer Placeholder 1">
            <a:extLst>
              <a:ext uri="{FF2B5EF4-FFF2-40B4-BE49-F238E27FC236}">
                <a16:creationId xmlns:a16="http://schemas.microsoft.com/office/drawing/2014/main" id="{5F90C6DD-93C1-9CE6-7469-C28FFF8E589F}"/>
              </a:ext>
            </a:extLst>
          </p:cNvPr>
          <p:cNvSpPr>
            <a:spLocks noGrp="1"/>
          </p:cNvSpPr>
          <p:nvPr>
            <p:ph type="ftr" sz="quarter" idx="10"/>
          </p:nvPr>
        </p:nvSpPr>
        <p:spPr/>
        <p:txBody>
          <a:bodyPr/>
          <a:lstStyle/>
          <a:p>
            <a:r>
              <a:rPr lang="en-US"/>
              <a:t>Confidential</a:t>
            </a:r>
            <a:endParaRPr lang="en-GB" spc="0"/>
          </a:p>
        </p:txBody>
      </p:sp>
      <p:sp>
        <p:nvSpPr>
          <p:cNvPr id="3" name="Slide Number Placeholder 2">
            <a:extLst>
              <a:ext uri="{FF2B5EF4-FFF2-40B4-BE49-F238E27FC236}">
                <a16:creationId xmlns:a16="http://schemas.microsoft.com/office/drawing/2014/main" id="{7D170BF2-6475-A299-35F0-72BE1503DD42}"/>
              </a:ext>
            </a:extLst>
          </p:cNvPr>
          <p:cNvSpPr>
            <a:spLocks noGrp="1"/>
          </p:cNvSpPr>
          <p:nvPr>
            <p:ph type="sldNum" sz="quarter" idx="11"/>
          </p:nvPr>
        </p:nvSpPr>
        <p:spPr/>
        <p:txBody>
          <a:bodyPr/>
          <a:lstStyle/>
          <a:p>
            <a:fld id="{F41E5F93-45D3-472F-9EA1-BCB47A04FF6B}" type="slidenum">
              <a:rPr lang="en-GB" smtClean="0"/>
              <a:pPr/>
              <a:t>4</a:t>
            </a:fld>
            <a:endParaRPr lang="en-GB"/>
          </a:p>
        </p:txBody>
      </p:sp>
      <p:sp>
        <p:nvSpPr>
          <p:cNvPr id="9" name="TextBox 8">
            <a:extLst>
              <a:ext uri="{FF2B5EF4-FFF2-40B4-BE49-F238E27FC236}">
                <a16:creationId xmlns:a16="http://schemas.microsoft.com/office/drawing/2014/main" id="{8F4129B5-3194-2128-CB2D-062DA1C61F3E}"/>
              </a:ext>
            </a:extLst>
          </p:cNvPr>
          <p:cNvSpPr txBox="1"/>
          <p:nvPr/>
        </p:nvSpPr>
        <p:spPr>
          <a:xfrm>
            <a:off x="267888" y="2270590"/>
            <a:ext cx="11513582" cy="4331426"/>
          </a:xfrm>
          <a:prstGeom prst="roundRect">
            <a:avLst>
              <a:gd name="adj" fmla="val 4188"/>
            </a:avLst>
          </a:prstGeom>
          <a:solidFill>
            <a:schemeClr val="bg1"/>
          </a:solidFill>
        </p:spPr>
        <p:txBody>
          <a:bodyPr wrap="square" lIns="182880" tIns="182880" rIns="182880" bIns="182880" rtlCol="0">
            <a:noAutofit/>
          </a:bodyPr>
          <a:lstStyle/>
          <a:p>
            <a:pPr>
              <a:spcAft>
                <a:spcPts val="600"/>
              </a:spcAft>
            </a:pPr>
            <a:r>
              <a:rPr lang="en-US" sz="1400" dirty="0">
                <a:solidFill>
                  <a:schemeClr val="tx2"/>
                </a:solidFill>
                <a:latin typeface="+mj-lt"/>
              </a:rPr>
              <a:t>Sego is raising $80M in Seed financing, led by Wasatch Group ($20M equity committed plus TI, equipment lease, debt facility), to advance 6 preclinical programs toward the clinic, build a GMP facility supporting Phase 0 and Phase 1 supply, and complete the first 2 Phase 0 imaging studies by mid 2028. </a:t>
            </a:r>
          </a:p>
          <a:p>
            <a:pPr marL="285750" indent="-285750">
              <a:spcAft>
                <a:spcPts val="600"/>
              </a:spcAft>
              <a:buFont typeface="Arial" panose="020B0604020202020204" pitchFamily="34" charset="0"/>
              <a:buChar char="•"/>
            </a:pPr>
            <a:r>
              <a:rPr lang="en-US" sz="1400" dirty="0">
                <a:solidFill>
                  <a:schemeClr val="tx2"/>
                </a:solidFill>
                <a:latin typeface="+mj-lt"/>
              </a:rPr>
              <a:t>6 preclinical programs across solid tumor indications through target validation, hit finding, lead optimization, and FIH-enabling studies. Programs are focused on small molecule and peptide-based targeting ligands and span prostate, GI and lung cancers. </a:t>
            </a:r>
          </a:p>
          <a:p>
            <a:pPr marL="285750" indent="-285750">
              <a:spcAft>
                <a:spcPts val="600"/>
              </a:spcAft>
              <a:buFont typeface="Arial" panose="020B0604020202020204" pitchFamily="34" charset="0"/>
              <a:buChar char="•"/>
            </a:pPr>
            <a:r>
              <a:rPr lang="en-US" sz="1400" dirty="0">
                <a:solidFill>
                  <a:schemeClr val="tx2"/>
                </a:solidFill>
                <a:latin typeface="+mj-lt"/>
              </a:rPr>
              <a:t>GMP facility supporting Phase 0 and Phase 1 supply: 2 production lines operational by late 2026, ~$15M total build cost (~40% offset by Wasatch TI allowance), equipment on lease.</a:t>
            </a:r>
          </a:p>
          <a:p>
            <a:pPr marL="285750" indent="-285750">
              <a:spcAft>
                <a:spcPts val="600"/>
              </a:spcAft>
              <a:buFont typeface="Arial" panose="020B0604020202020204" pitchFamily="34" charset="0"/>
              <a:buChar char="•"/>
            </a:pPr>
            <a:r>
              <a:rPr lang="en-US" sz="1400" dirty="0">
                <a:solidFill>
                  <a:schemeClr val="tx2"/>
                </a:solidFill>
                <a:latin typeface="+mj-lt"/>
              </a:rPr>
              <a:t>First 2 multi-candidate Phase 0 studies in 2028: 3-5 candidates per program, quantitative 177Lu SPECT dosimetry, binary go/no-go (</a:t>
            </a:r>
            <a:r>
              <a:rPr lang="en-US" sz="1400" dirty="0" err="1">
                <a:solidFill>
                  <a:schemeClr val="tx2"/>
                </a:solidFill>
                <a:latin typeface="+mj-lt"/>
              </a:rPr>
              <a:t>tumor:kidney</a:t>
            </a:r>
            <a:r>
              <a:rPr lang="en-US" sz="1400" dirty="0">
                <a:solidFill>
                  <a:schemeClr val="tx2"/>
                </a:solidFill>
                <a:latin typeface="+mj-lt"/>
              </a:rPr>
              <a:t> &gt;3, </a:t>
            </a:r>
            <a:r>
              <a:rPr lang="en-US" sz="1400" dirty="0" err="1">
                <a:solidFill>
                  <a:schemeClr val="tx2"/>
                </a:solidFill>
                <a:latin typeface="+mj-lt"/>
              </a:rPr>
              <a:t>tumor:marrow</a:t>
            </a:r>
            <a:r>
              <a:rPr lang="en-US" sz="1400" dirty="0">
                <a:solidFill>
                  <a:schemeClr val="tx2"/>
                </a:solidFill>
                <a:latin typeface="+mj-lt"/>
              </a:rPr>
              <a:t> &gt;20). Human data selects development candidates.</a:t>
            </a:r>
          </a:p>
          <a:p>
            <a:pPr marL="285750" indent="-285750">
              <a:spcAft>
                <a:spcPts val="600"/>
              </a:spcAft>
              <a:buFont typeface="Arial" panose="020B0604020202020204" pitchFamily="34" charset="0"/>
              <a:buChar char="•"/>
            </a:pPr>
            <a:r>
              <a:rPr lang="en-US" sz="1400" dirty="0">
                <a:solidFill>
                  <a:schemeClr val="tx2"/>
                </a:solidFill>
                <a:latin typeface="+mj-lt"/>
              </a:rPr>
              <a:t>BD evaluation and potential in-licensing to supplement the internal pipeline, drawing on the founder’s extensive network in the space.</a:t>
            </a:r>
          </a:p>
          <a:p>
            <a:pPr>
              <a:spcAft>
                <a:spcPts val="600"/>
              </a:spcAft>
            </a:pPr>
            <a:r>
              <a:rPr lang="en-US" sz="1400" dirty="0">
                <a:solidFill>
                  <a:schemeClr val="tx2"/>
                </a:solidFill>
                <a:latin typeface="+mj-lt"/>
              </a:rPr>
              <a:t>By end of Seed: human dosimetry on 2 programs, operational GMP facility, 4 additional preclinical programs advancing. Positions Sego for a strong Series A in 2028, with transactable data based on recent RLT deal benchmarks. </a:t>
            </a:r>
          </a:p>
        </p:txBody>
      </p:sp>
      <p:sp>
        <p:nvSpPr>
          <p:cNvPr id="11" name="Rectangle: Top Corners Rounded 10">
            <a:extLst>
              <a:ext uri="{FF2B5EF4-FFF2-40B4-BE49-F238E27FC236}">
                <a16:creationId xmlns:a16="http://schemas.microsoft.com/office/drawing/2014/main" id="{0788489E-3FE1-2956-0831-D411D5E5E5B0}"/>
              </a:ext>
            </a:extLst>
          </p:cNvPr>
          <p:cNvSpPr/>
          <p:nvPr/>
        </p:nvSpPr>
        <p:spPr>
          <a:xfrm>
            <a:off x="267888" y="2032400"/>
            <a:ext cx="11513582" cy="400691"/>
          </a:xfrm>
          <a:prstGeom prst="round2Same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Sego’s Response</a:t>
            </a:r>
          </a:p>
        </p:txBody>
      </p:sp>
    </p:spTree>
    <p:extLst>
      <p:ext uri="{BB962C8B-B14F-4D97-AF65-F5344CB8AC3E}">
        <p14:creationId xmlns:p14="http://schemas.microsoft.com/office/powerpoint/2010/main" val="408732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2B57-3F37-C158-78D2-FCB15FB4C8AD}"/>
              </a:ext>
            </a:extLst>
          </p:cNvPr>
          <p:cNvSpPr>
            <a:spLocks noGrp="1"/>
          </p:cNvSpPr>
          <p:nvPr>
            <p:ph type="title"/>
          </p:nvPr>
        </p:nvSpPr>
        <p:spPr>
          <a:xfrm>
            <a:off x="261112" y="1389953"/>
            <a:ext cx="3050562" cy="774128"/>
          </a:xfrm>
        </p:spPr>
        <p:txBody>
          <a:bodyPr/>
          <a:lstStyle/>
          <a:p>
            <a:pPr>
              <a:lnSpc>
                <a:spcPct val="99000"/>
              </a:lnSpc>
            </a:pPr>
            <a:r>
              <a:rPr lang="en-GB" dirty="0"/>
              <a:t>Strong value trajectory towards revenue generation driven by three phases of flawless execution</a:t>
            </a:r>
            <a:endParaRPr lang="en-US" dirty="0"/>
          </a:p>
        </p:txBody>
      </p:sp>
      <p:sp>
        <p:nvSpPr>
          <p:cNvPr id="7" name="TextBox 6">
            <a:extLst>
              <a:ext uri="{FF2B5EF4-FFF2-40B4-BE49-F238E27FC236}">
                <a16:creationId xmlns:a16="http://schemas.microsoft.com/office/drawing/2014/main" id="{CCDB4F2B-51B3-C54E-CFE9-19A1EF4FC00F}"/>
              </a:ext>
            </a:extLst>
          </p:cNvPr>
          <p:cNvSpPr txBox="1"/>
          <p:nvPr/>
        </p:nvSpPr>
        <p:spPr>
          <a:xfrm>
            <a:off x="259874" y="1071722"/>
            <a:ext cx="2095700" cy="2447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Funding Our Future</a:t>
            </a:r>
          </a:p>
        </p:txBody>
      </p:sp>
      <p:pic>
        <p:nvPicPr>
          <p:cNvPr id="4" name="Graphic 3">
            <a:extLst>
              <a:ext uri="{FF2B5EF4-FFF2-40B4-BE49-F238E27FC236}">
                <a16:creationId xmlns:a16="http://schemas.microsoft.com/office/drawing/2014/main" id="{A503FD41-2F9F-3F49-2256-FC284C79C9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57601" y="1099339"/>
            <a:ext cx="8267702" cy="5428246"/>
          </a:xfrm>
          <a:prstGeom prst="rect">
            <a:avLst/>
          </a:prstGeom>
        </p:spPr>
      </p:pic>
      <p:pic>
        <p:nvPicPr>
          <p:cNvPr id="20" name="Graphic 19">
            <a:extLst>
              <a:ext uri="{FF2B5EF4-FFF2-40B4-BE49-F238E27FC236}">
                <a16:creationId xmlns:a16="http://schemas.microsoft.com/office/drawing/2014/main" id="{AA0268B1-D1BB-8659-54A1-EF70FF73D2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5662" y="1315522"/>
            <a:ext cx="6942627" cy="2501327"/>
          </a:xfrm>
          <a:prstGeom prst="rect">
            <a:avLst/>
          </a:prstGeom>
        </p:spPr>
      </p:pic>
      <p:sp>
        <p:nvSpPr>
          <p:cNvPr id="34" name="Freeform 33">
            <a:extLst>
              <a:ext uri="{FF2B5EF4-FFF2-40B4-BE49-F238E27FC236}">
                <a16:creationId xmlns:a16="http://schemas.microsoft.com/office/drawing/2014/main" id="{FBFEE730-BD81-6BE6-99CF-2AEE2EDCB9DA}"/>
              </a:ext>
            </a:extLst>
          </p:cNvPr>
          <p:cNvSpPr/>
          <p:nvPr/>
        </p:nvSpPr>
        <p:spPr>
          <a:xfrm>
            <a:off x="4935882" y="3312845"/>
            <a:ext cx="827912" cy="356334"/>
          </a:xfrm>
          <a:custGeom>
            <a:avLst/>
            <a:gdLst>
              <a:gd name="csX0" fmla="*/ 178167 w 827912"/>
              <a:gd name="csY0" fmla="*/ 0 h 356334"/>
              <a:gd name="csX1" fmla="*/ 649745 w 827912"/>
              <a:gd name="csY1" fmla="*/ 0 h 356334"/>
              <a:gd name="csX2" fmla="*/ 827912 w 827912"/>
              <a:gd name="csY2" fmla="*/ 178167 h 356334"/>
              <a:gd name="csX3" fmla="*/ 649745 w 827912"/>
              <a:gd name="csY3" fmla="*/ 356334 h 356334"/>
              <a:gd name="csX4" fmla="*/ 178167 w 827912"/>
              <a:gd name="csY4" fmla="*/ 356334 h 356334"/>
              <a:gd name="csX5" fmla="*/ 0 w 827912"/>
              <a:gd name="csY5" fmla="*/ 178167 h 356334"/>
              <a:gd name="csX6" fmla="*/ 178167 w 827912"/>
              <a:gd name="csY6" fmla="*/ 0 h 356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27912" h="356334">
                <a:moveTo>
                  <a:pt x="178167" y="0"/>
                </a:moveTo>
                <a:lnTo>
                  <a:pt x="649745" y="0"/>
                </a:lnTo>
                <a:cubicBezTo>
                  <a:pt x="748144" y="0"/>
                  <a:pt x="827912" y="79768"/>
                  <a:pt x="827912" y="178167"/>
                </a:cubicBezTo>
                <a:cubicBezTo>
                  <a:pt x="827912" y="276566"/>
                  <a:pt x="748144" y="356334"/>
                  <a:pt x="649745" y="356334"/>
                </a:cubicBezTo>
                <a:lnTo>
                  <a:pt x="178167" y="356334"/>
                </a:lnTo>
                <a:cubicBezTo>
                  <a:pt x="79768" y="356334"/>
                  <a:pt x="0" y="276566"/>
                  <a:pt x="0" y="178167"/>
                </a:cubicBezTo>
                <a:cubicBezTo>
                  <a:pt x="0" y="79768"/>
                  <a:pt x="79768" y="0"/>
                  <a:pt x="178167"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1–3 Years</a:t>
            </a:r>
          </a:p>
        </p:txBody>
      </p:sp>
      <p:sp>
        <p:nvSpPr>
          <p:cNvPr id="35" name="Freeform 34">
            <a:extLst>
              <a:ext uri="{FF2B5EF4-FFF2-40B4-BE49-F238E27FC236}">
                <a16:creationId xmlns:a16="http://schemas.microsoft.com/office/drawing/2014/main" id="{B5913D39-3747-A0B8-57C8-58AAFFB042BA}"/>
              </a:ext>
            </a:extLst>
          </p:cNvPr>
          <p:cNvSpPr/>
          <p:nvPr/>
        </p:nvSpPr>
        <p:spPr>
          <a:xfrm>
            <a:off x="7229998" y="3312845"/>
            <a:ext cx="827912" cy="356334"/>
          </a:xfrm>
          <a:custGeom>
            <a:avLst/>
            <a:gdLst>
              <a:gd name="csX0" fmla="*/ 178167 w 827912"/>
              <a:gd name="csY0" fmla="*/ 0 h 356334"/>
              <a:gd name="csX1" fmla="*/ 649745 w 827912"/>
              <a:gd name="csY1" fmla="*/ 0 h 356334"/>
              <a:gd name="csX2" fmla="*/ 827912 w 827912"/>
              <a:gd name="csY2" fmla="*/ 178167 h 356334"/>
              <a:gd name="csX3" fmla="*/ 649745 w 827912"/>
              <a:gd name="csY3" fmla="*/ 356334 h 356334"/>
              <a:gd name="csX4" fmla="*/ 178167 w 827912"/>
              <a:gd name="csY4" fmla="*/ 356334 h 356334"/>
              <a:gd name="csX5" fmla="*/ 0 w 827912"/>
              <a:gd name="csY5" fmla="*/ 178167 h 356334"/>
              <a:gd name="csX6" fmla="*/ 178167 w 827912"/>
              <a:gd name="csY6" fmla="*/ 0 h 356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27912" h="356334">
                <a:moveTo>
                  <a:pt x="178167" y="0"/>
                </a:moveTo>
                <a:lnTo>
                  <a:pt x="649745" y="0"/>
                </a:lnTo>
                <a:cubicBezTo>
                  <a:pt x="748144" y="0"/>
                  <a:pt x="827912" y="79768"/>
                  <a:pt x="827912" y="178167"/>
                </a:cubicBezTo>
                <a:cubicBezTo>
                  <a:pt x="827912" y="276566"/>
                  <a:pt x="748144" y="356334"/>
                  <a:pt x="649745" y="356334"/>
                </a:cubicBezTo>
                <a:lnTo>
                  <a:pt x="178167" y="356334"/>
                </a:lnTo>
                <a:cubicBezTo>
                  <a:pt x="79768" y="356334"/>
                  <a:pt x="0" y="276566"/>
                  <a:pt x="0" y="178167"/>
                </a:cubicBezTo>
                <a:cubicBezTo>
                  <a:pt x="0" y="79768"/>
                  <a:pt x="79768" y="0"/>
                  <a:pt x="178167"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3–5 Years</a:t>
            </a:r>
          </a:p>
        </p:txBody>
      </p:sp>
      <p:sp>
        <p:nvSpPr>
          <p:cNvPr id="36" name="Freeform 35">
            <a:extLst>
              <a:ext uri="{FF2B5EF4-FFF2-40B4-BE49-F238E27FC236}">
                <a16:creationId xmlns:a16="http://schemas.microsoft.com/office/drawing/2014/main" id="{2C7716D9-B193-1608-E9BF-B83E4521CCE5}"/>
              </a:ext>
            </a:extLst>
          </p:cNvPr>
          <p:cNvSpPr/>
          <p:nvPr/>
        </p:nvSpPr>
        <p:spPr>
          <a:xfrm>
            <a:off x="9534937" y="3312845"/>
            <a:ext cx="827912" cy="356334"/>
          </a:xfrm>
          <a:custGeom>
            <a:avLst/>
            <a:gdLst>
              <a:gd name="csX0" fmla="*/ 178167 w 827912"/>
              <a:gd name="csY0" fmla="*/ 0 h 356334"/>
              <a:gd name="csX1" fmla="*/ 649745 w 827912"/>
              <a:gd name="csY1" fmla="*/ 0 h 356334"/>
              <a:gd name="csX2" fmla="*/ 827912 w 827912"/>
              <a:gd name="csY2" fmla="*/ 178167 h 356334"/>
              <a:gd name="csX3" fmla="*/ 649745 w 827912"/>
              <a:gd name="csY3" fmla="*/ 356334 h 356334"/>
              <a:gd name="csX4" fmla="*/ 178167 w 827912"/>
              <a:gd name="csY4" fmla="*/ 356334 h 356334"/>
              <a:gd name="csX5" fmla="*/ 0 w 827912"/>
              <a:gd name="csY5" fmla="*/ 178167 h 356334"/>
              <a:gd name="csX6" fmla="*/ 178167 w 827912"/>
              <a:gd name="csY6" fmla="*/ 0 h 3563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27912" h="356334">
                <a:moveTo>
                  <a:pt x="178167" y="0"/>
                </a:moveTo>
                <a:lnTo>
                  <a:pt x="649745" y="0"/>
                </a:lnTo>
                <a:cubicBezTo>
                  <a:pt x="748144" y="0"/>
                  <a:pt x="827912" y="79768"/>
                  <a:pt x="827912" y="178167"/>
                </a:cubicBezTo>
                <a:cubicBezTo>
                  <a:pt x="827912" y="276566"/>
                  <a:pt x="748144" y="356334"/>
                  <a:pt x="649745" y="356334"/>
                </a:cubicBezTo>
                <a:lnTo>
                  <a:pt x="178167" y="356334"/>
                </a:lnTo>
                <a:cubicBezTo>
                  <a:pt x="79768" y="356334"/>
                  <a:pt x="0" y="276566"/>
                  <a:pt x="0" y="178167"/>
                </a:cubicBezTo>
                <a:cubicBezTo>
                  <a:pt x="0" y="79768"/>
                  <a:pt x="79768" y="0"/>
                  <a:pt x="178167"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Funnel Sans"/>
                <a:ea typeface="+mn-ea"/>
                <a:cs typeface="+mn-cs"/>
              </a:rPr>
              <a:t>5+ Years</a:t>
            </a:r>
          </a:p>
        </p:txBody>
      </p:sp>
      <p:sp>
        <p:nvSpPr>
          <p:cNvPr id="37" name="Freeform: Shape 23">
            <a:extLst>
              <a:ext uri="{FF2B5EF4-FFF2-40B4-BE49-F238E27FC236}">
                <a16:creationId xmlns:a16="http://schemas.microsoft.com/office/drawing/2014/main" id="{D001E585-FCF9-B1E6-D9FC-E6D4D08D89B3}"/>
              </a:ext>
            </a:extLst>
          </p:cNvPr>
          <p:cNvSpPr/>
          <p:nvPr/>
        </p:nvSpPr>
        <p:spPr>
          <a:xfrm>
            <a:off x="4935882" y="4033032"/>
            <a:ext cx="2134769" cy="2101313"/>
          </a:xfrm>
          <a:custGeom>
            <a:avLst/>
            <a:gdLst>
              <a:gd name="connsiteX0" fmla="*/ 0 w 2823912"/>
              <a:gd name="connsiteY0" fmla="*/ 0 h 3407733"/>
              <a:gd name="connsiteX1" fmla="*/ 2823913 w 2823912"/>
              <a:gd name="connsiteY1" fmla="*/ 0 h 3407733"/>
              <a:gd name="connsiteX2" fmla="*/ 2823913 w 2823912"/>
              <a:gd name="connsiteY2" fmla="*/ 3306199 h 3407733"/>
              <a:gd name="connsiteX3" fmla="*/ 2722379 w 2823912"/>
              <a:gd name="connsiteY3" fmla="*/ 3407733 h 3407733"/>
              <a:gd name="connsiteX4" fmla="*/ 101534 w 2823912"/>
              <a:gd name="connsiteY4" fmla="*/ 3407733 h 3407733"/>
              <a:gd name="connsiteX5" fmla="*/ 0 w 2823912"/>
              <a:gd name="connsiteY5" fmla="*/ 3306199 h 3407733"/>
              <a:gd name="connsiteX6" fmla="*/ 0 w 2823912"/>
              <a:gd name="connsiteY6" fmla="*/ 0 h 340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3912" h="3407733">
                <a:moveTo>
                  <a:pt x="0" y="0"/>
                </a:moveTo>
                <a:lnTo>
                  <a:pt x="2823913" y="0"/>
                </a:lnTo>
                <a:lnTo>
                  <a:pt x="2823913" y="3306199"/>
                </a:lnTo>
                <a:cubicBezTo>
                  <a:pt x="2823913" y="3362278"/>
                  <a:pt x="2778457" y="3407733"/>
                  <a:pt x="2722379" y="3407733"/>
                </a:cubicBezTo>
                <a:lnTo>
                  <a:pt x="101534" y="3407733"/>
                </a:lnTo>
                <a:cubicBezTo>
                  <a:pt x="45458" y="3407733"/>
                  <a:pt x="0" y="3362278"/>
                  <a:pt x="0" y="3306199"/>
                </a:cubicBezTo>
                <a:lnTo>
                  <a:pt x="0" y="0"/>
                </a:lnTo>
                <a:close/>
              </a:path>
            </a:pathLst>
          </a:custGeom>
          <a:noFill/>
          <a:ln w="6341" cap="flat">
            <a:noFill/>
            <a:prstDash val="solid"/>
            <a:miter/>
          </a:ln>
        </p:spPr>
        <p:txBody>
          <a:bodyPr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Funnel Sans"/>
                <a:ea typeface="+mn-ea"/>
                <a:cs typeface="+mn-cs"/>
              </a:rPr>
              <a:t>Build core business &amp; research capabilities</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dirty="0">
                <a:ln>
                  <a:noFill/>
                </a:ln>
                <a:solidFill>
                  <a:srgbClr val="002924"/>
                </a:solidFill>
                <a:effectLst/>
                <a:uLnTx/>
                <a:uFillTx/>
                <a:latin typeface="Funnel Sans"/>
                <a:ea typeface="+mn-ea"/>
                <a:cs typeface="+mn-cs"/>
              </a:rPr>
              <a:t>Seed: $80M+</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656670"/>
                </a:solidFill>
                <a:effectLst/>
                <a:uLnTx/>
                <a:uFillTx/>
                <a:latin typeface="Funnel Sans Light"/>
                <a:ea typeface="+mn-ea"/>
                <a:cs typeface="+mn-cs"/>
              </a:rPr>
              <a:t>Develop 6 pre-clin programs against innovative targets </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656670"/>
                </a:solidFill>
                <a:effectLst/>
                <a:uLnTx/>
                <a:uFillTx/>
                <a:latin typeface="Funnel Sans Light"/>
                <a:ea typeface="+mn-ea"/>
                <a:cs typeface="+mn-cs"/>
              </a:rPr>
              <a:t>Translate 2 programs to FIH imaging studies</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656670"/>
                </a:solidFill>
                <a:effectLst/>
                <a:uLnTx/>
                <a:uFillTx/>
                <a:latin typeface="Funnel Sans Light"/>
                <a:ea typeface="+mn-ea"/>
                <a:cs typeface="+mn-cs"/>
              </a:rPr>
              <a:t>Implement ML/AI capabilities to expedite discovery &amp; development</a:t>
            </a:r>
            <a:endParaRPr kumimoji="0" lang="en-US" sz="1200" b="0" i="0" u="none" strike="noStrike" kern="1200" cap="none" spc="0" normalizeH="0" baseline="0" noProof="0" dirty="0">
              <a:ln>
                <a:noFill/>
              </a:ln>
              <a:solidFill>
                <a:srgbClr val="656670"/>
              </a:solidFill>
              <a:effectLst/>
              <a:uLnTx/>
              <a:uFillTx/>
              <a:latin typeface="Funnel Sans Light"/>
              <a:ea typeface="+mn-ea"/>
              <a:cs typeface="+mn-cs"/>
            </a:endParaRPr>
          </a:p>
        </p:txBody>
      </p:sp>
      <p:sp>
        <p:nvSpPr>
          <p:cNvPr id="38" name="TextBox 37">
            <a:extLst>
              <a:ext uri="{FF2B5EF4-FFF2-40B4-BE49-F238E27FC236}">
                <a16:creationId xmlns:a16="http://schemas.microsoft.com/office/drawing/2014/main" id="{8AF55FFC-220B-C456-F8E2-2B4265F52B87}"/>
              </a:ext>
            </a:extLst>
          </p:cNvPr>
          <p:cNvSpPr txBox="1"/>
          <p:nvPr/>
        </p:nvSpPr>
        <p:spPr>
          <a:xfrm rot="16200000">
            <a:off x="3050837" y="2503383"/>
            <a:ext cx="1949832" cy="381759"/>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656670"/>
                </a:solidFill>
                <a:effectLst/>
                <a:uLnTx/>
                <a:uFillTx/>
                <a:latin typeface="Funnel Sans"/>
                <a:ea typeface="+mn-ea"/>
                <a:cs typeface="+mn-cs"/>
              </a:rPr>
              <a:t>Benchmarked Valuation*</a:t>
            </a:r>
          </a:p>
        </p:txBody>
      </p:sp>
      <p:sp>
        <p:nvSpPr>
          <p:cNvPr id="39" name="Freeform: Shape 23">
            <a:extLst>
              <a:ext uri="{FF2B5EF4-FFF2-40B4-BE49-F238E27FC236}">
                <a16:creationId xmlns:a16="http://schemas.microsoft.com/office/drawing/2014/main" id="{86308293-F081-75F3-51A9-D5C139A2A468}"/>
              </a:ext>
            </a:extLst>
          </p:cNvPr>
          <p:cNvSpPr/>
          <p:nvPr/>
        </p:nvSpPr>
        <p:spPr>
          <a:xfrm>
            <a:off x="7221882" y="4033032"/>
            <a:ext cx="2134769" cy="2101313"/>
          </a:xfrm>
          <a:custGeom>
            <a:avLst/>
            <a:gdLst>
              <a:gd name="connsiteX0" fmla="*/ 0 w 2823912"/>
              <a:gd name="connsiteY0" fmla="*/ 0 h 3407733"/>
              <a:gd name="connsiteX1" fmla="*/ 2823913 w 2823912"/>
              <a:gd name="connsiteY1" fmla="*/ 0 h 3407733"/>
              <a:gd name="connsiteX2" fmla="*/ 2823913 w 2823912"/>
              <a:gd name="connsiteY2" fmla="*/ 3306199 h 3407733"/>
              <a:gd name="connsiteX3" fmla="*/ 2722379 w 2823912"/>
              <a:gd name="connsiteY3" fmla="*/ 3407733 h 3407733"/>
              <a:gd name="connsiteX4" fmla="*/ 101534 w 2823912"/>
              <a:gd name="connsiteY4" fmla="*/ 3407733 h 3407733"/>
              <a:gd name="connsiteX5" fmla="*/ 0 w 2823912"/>
              <a:gd name="connsiteY5" fmla="*/ 3306199 h 3407733"/>
              <a:gd name="connsiteX6" fmla="*/ 0 w 2823912"/>
              <a:gd name="connsiteY6" fmla="*/ 0 h 340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3912" h="3407733">
                <a:moveTo>
                  <a:pt x="0" y="0"/>
                </a:moveTo>
                <a:lnTo>
                  <a:pt x="2823913" y="0"/>
                </a:lnTo>
                <a:lnTo>
                  <a:pt x="2823913" y="3306199"/>
                </a:lnTo>
                <a:cubicBezTo>
                  <a:pt x="2823913" y="3362278"/>
                  <a:pt x="2778457" y="3407733"/>
                  <a:pt x="2722379" y="3407733"/>
                </a:cubicBezTo>
                <a:lnTo>
                  <a:pt x="101534" y="3407733"/>
                </a:lnTo>
                <a:cubicBezTo>
                  <a:pt x="45458" y="3407733"/>
                  <a:pt x="0" y="3362278"/>
                  <a:pt x="0" y="3306199"/>
                </a:cubicBezTo>
                <a:lnTo>
                  <a:pt x="0" y="0"/>
                </a:lnTo>
                <a:close/>
              </a:path>
            </a:pathLst>
          </a:custGeom>
          <a:noFill/>
          <a:ln w="6341" cap="flat">
            <a:noFill/>
            <a:prstDash val="solid"/>
            <a:miter/>
          </a:ln>
        </p:spPr>
        <p:txBody>
          <a:bodyPr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Funnel Sans"/>
                <a:ea typeface="+mn-ea"/>
                <a:cs typeface="+mn-cs"/>
              </a:rPr>
              <a:t>Translate assets &amp; broaden pipeline</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2924"/>
                </a:solidFill>
                <a:effectLst/>
                <a:uLnTx/>
                <a:uFillTx/>
                <a:latin typeface="Funnel Sans"/>
                <a:ea typeface="+mn-ea"/>
                <a:cs typeface="+mn-cs"/>
              </a:rPr>
              <a:t>Series A: $150M</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Move 2-4 programs into Phase 1 &amp; beyond</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Replenish pre-clin pipeline with 6+ new programs</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GMP manufacturing suite expansion &amp; operation</a:t>
            </a:r>
            <a:endParaRPr kumimoji="0" lang="en-US" sz="1200" b="0" i="0" u="none" strike="noStrike" kern="1200" cap="none" spc="0" normalizeH="0" baseline="0" noProof="0">
              <a:ln>
                <a:noFill/>
              </a:ln>
              <a:solidFill>
                <a:srgbClr val="656670"/>
              </a:solidFill>
              <a:effectLst/>
              <a:uLnTx/>
              <a:uFillTx/>
              <a:latin typeface="Funnel Sans Light"/>
              <a:ea typeface="+mn-ea"/>
              <a:cs typeface="+mn-cs"/>
            </a:endParaRPr>
          </a:p>
        </p:txBody>
      </p:sp>
      <p:sp>
        <p:nvSpPr>
          <p:cNvPr id="40" name="Freeform: Shape 23">
            <a:extLst>
              <a:ext uri="{FF2B5EF4-FFF2-40B4-BE49-F238E27FC236}">
                <a16:creationId xmlns:a16="http://schemas.microsoft.com/office/drawing/2014/main" id="{57BC7919-0F70-18D8-91EA-5F246FCFFA76}"/>
              </a:ext>
            </a:extLst>
          </p:cNvPr>
          <p:cNvSpPr/>
          <p:nvPr/>
        </p:nvSpPr>
        <p:spPr>
          <a:xfrm>
            <a:off x="9535314" y="4033032"/>
            <a:ext cx="2134769" cy="2101313"/>
          </a:xfrm>
          <a:custGeom>
            <a:avLst/>
            <a:gdLst>
              <a:gd name="connsiteX0" fmla="*/ 0 w 2823912"/>
              <a:gd name="connsiteY0" fmla="*/ 0 h 3407733"/>
              <a:gd name="connsiteX1" fmla="*/ 2823913 w 2823912"/>
              <a:gd name="connsiteY1" fmla="*/ 0 h 3407733"/>
              <a:gd name="connsiteX2" fmla="*/ 2823913 w 2823912"/>
              <a:gd name="connsiteY2" fmla="*/ 3306199 h 3407733"/>
              <a:gd name="connsiteX3" fmla="*/ 2722379 w 2823912"/>
              <a:gd name="connsiteY3" fmla="*/ 3407733 h 3407733"/>
              <a:gd name="connsiteX4" fmla="*/ 101534 w 2823912"/>
              <a:gd name="connsiteY4" fmla="*/ 3407733 h 3407733"/>
              <a:gd name="connsiteX5" fmla="*/ 0 w 2823912"/>
              <a:gd name="connsiteY5" fmla="*/ 3306199 h 3407733"/>
              <a:gd name="connsiteX6" fmla="*/ 0 w 2823912"/>
              <a:gd name="connsiteY6" fmla="*/ 0 h 340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3912" h="3407733">
                <a:moveTo>
                  <a:pt x="0" y="0"/>
                </a:moveTo>
                <a:lnTo>
                  <a:pt x="2823913" y="0"/>
                </a:lnTo>
                <a:lnTo>
                  <a:pt x="2823913" y="3306199"/>
                </a:lnTo>
                <a:cubicBezTo>
                  <a:pt x="2823913" y="3362278"/>
                  <a:pt x="2778457" y="3407733"/>
                  <a:pt x="2722379" y="3407733"/>
                </a:cubicBezTo>
                <a:lnTo>
                  <a:pt x="101534" y="3407733"/>
                </a:lnTo>
                <a:cubicBezTo>
                  <a:pt x="45458" y="3407733"/>
                  <a:pt x="0" y="3362278"/>
                  <a:pt x="0" y="3306199"/>
                </a:cubicBezTo>
                <a:lnTo>
                  <a:pt x="0" y="0"/>
                </a:lnTo>
                <a:close/>
              </a:path>
            </a:pathLst>
          </a:custGeom>
          <a:noFill/>
          <a:ln w="6341" cap="flat">
            <a:noFill/>
            <a:prstDash val="solid"/>
            <a:miter/>
          </a:ln>
        </p:spPr>
        <p:txBody>
          <a:bodyPr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Funnel Sans"/>
                <a:ea typeface="+mn-ea"/>
                <a:cs typeface="+mn-cs"/>
              </a:rPr>
              <a:t>Revenue-generating RLT biopharma</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2924"/>
                </a:solidFill>
                <a:effectLst/>
                <a:uLnTx/>
                <a:uFillTx/>
                <a:latin typeface="Funnel Sans"/>
                <a:ea typeface="+mn-ea"/>
                <a:cs typeface="+mn-cs"/>
              </a:rPr>
              <a:t>Series B:$250M</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Readouts from first pivotal studies</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Commercialize first assets</a:t>
            </a:r>
          </a:p>
          <a:p>
            <a:pPr marL="18288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656670"/>
                </a:solidFill>
                <a:effectLst/>
                <a:uLnTx/>
                <a:uFillTx/>
                <a:latin typeface="Funnel Sans Light"/>
                <a:ea typeface="+mn-ea"/>
                <a:cs typeface="+mn-cs"/>
              </a:rPr>
              <a:t>Full pipeline of programs from research through to clinical development generated through flywheel</a:t>
            </a:r>
            <a:endParaRPr kumimoji="0" lang="en-US" sz="1200" b="0" i="0" u="none" strike="noStrike" kern="1200" cap="none" spc="0" normalizeH="0" baseline="0" noProof="0">
              <a:ln>
                <a:noFill/>
              </a:ln>
              <a:solidFill>
                <a:srgbClr val="656670"/>
              </a:solidFill>
              <a:effectLst/>
              <a:uLnTx/>
              <a:uFillTx/>
              <a:latin typeface="Funnel Sans Light"/>
              <a:ea typeface="+mn-ea"/>
              <a:cs typeface="+mn-cs"/>
            </a:endParaRPr>
          </a:p>
        </p:txBody>
      </p:sp>
      <p:sp>
        <p:nvSpPr>
          <p:cNvPr id="3" name="Slide Number Placeholder 3">
            <a:extLst>
              <a:ext uri="{FF2B5EF4-FFF2-40B4-BE49-F238E27FC236}">
                <a16:creationId xmlns:a16="http://schemas.microsoft.com/office/drawing/2014/main" id="{B39B7A3E-A84B-F3A1-F8CA-2804483C132D}"/>
              </a:ext>
            </a:extLst>
          </p:cNvPr>
          <p:cNvSpPr>
            <a:spLocks noGrp="1"/>
          </p:cNvSpPr>
          <p:nvPr>
            <p:ph type="sldNum" sz="quarter" idx="11"/>
          </p:nvPr>
        </p:nvSpPr>
        <p:spPr>
          <a:xfrm>
            <a:off x="11628119" y="255984"/>
            <a:ext cx="306703" cy="13398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10" name="TextBox 9">
            <a:extLst>
              <a:ext uri="{FF2B5EF4-FFF2-40B4-BE49-F238E27FC236}">
                <a16:creationId xmlns:a16="http://schemas.microsoft.com/office/drawing/2014/main" id="{206F42F7-76E7-A86F-0B8E-D67E975F29E7}"/>
              </a:ext>
            </a:extLst>
          </p:cNvPr>
          <p:cNvSpPr txBox="1"/>
          <p:nvPr/>
        </p:nvSpPr>
        <p:spPr>
          <a:xfrm>
            <a:off x="3518687" y="3649615"/>
            <a:ext cx="1214876" cy="216183"/>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656670"/>
                </a:solidFill>
                <a:effectLst/>
                <a:uLnTx/>
                <a:uFillTx/>
                <a:latin typeface="Funnel Sans"/>
                <a:ea typeface="+mn-ea"/>
                <a:cs typeface="+mn-cs"/>
              </a:rPr>
              <a:t>$100M</a:t>
            </a:r>
          </a:p>
        </p:txBody>
      </p:sp>
      <p:sp>
        <p:nvSpPr>
          <p:cNvPr id="11" name="TextBox 10">
            <a:extLst>
              <a:ext uri="{FF2B5EF4-FFF2-40B4-BE49-F238E27FC236}">
                <a16:creationId xmlns:a16="http://schemas.microsoft.com/office/drawing/2014/main" id="{91C4F8A5-ABF1-E90D-92BD-B16BE97AAB3E}"/>
              </a:ext>
            </a:extLst>
          </p:cNvPr>
          <p:cNvSpPr txBox="1"/>
          <p:nvPr/>
        </p:nvSpPr>
        <p:spPr>
          <a:xfrm>
            <a:off x="3518687" y="2880479"/>
            <a:ext cx="1214876" cy="216183"/>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656670"/>
                </a:solidFill>
                <a:effectLst/>
                <a:uLnTx/>
                <a:uFillTx/>
                <a:latin typeface="Funnel Sans"/>
                <a:ea typeface="+mn-ea"/>
                <a:cs typeface="+mn-cs"/>
              </a:rPr>
              <a:t>$375M</a:t>
            </a:r>
          </a:p>
        </p:txBody>
      </p:sp>
      <p:sp>
        <p:nvSpPr>
          <p:cNvPr id="12" name="TextBox 11">
            <a:extLst>
              <a:ext uri="{FF2B5EF4-FFF2-40B4-BE49-F238E27FC236}">
                <a16:creationId xmlns:a16="http://schemas.microsoft.com/office/drawing/2014/main" id="{EB0DA53A-9CEF-D13F-8007-01C953FD69A6}"/>
              </a:ext>
            </a:extLst>
          </p:cNvPr>
          <p:cNvSpPr txBox="1"/>
          <p:nvPr/>
        </p:nvSpPr>
        <p:spPr>
          <a:xfrm>
            <a:off x="3518687" y="2050477"/>
            <a:ext cx="1214876" cy="216183"/>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656670"/>
                </a:solidFill>
                <a:effectLst/>
                <a:uLnTx/>
                <a:uFillTx/>
                <a:latin typeface="Funnel Sans"/>
                <a:ea typeface="+mn-ea"/>
                <a:cs typeface="+mn-cs"/>
              </a:rPr>
              <a:t>$1B</a:t>
            </a:r>
          </a:p>
        </p:txBody>
      </p:sp>
      <p:sp>
        <p:nvSpPr>
          <p:cNvPr id="15" name="TextBox 14">
            <a:extLst>
              <a:ext uri="{FF2B5EF4-FFF2-40B4-BE49-F238E27FC236}">
                <a16:creationId xmlns:a16="http://schemas.microsoft.com/office/drawing/2014/main" id="{3EE848A9-D9EC-5FB9-545D-D51A4BECCD63}"/>
              </a:ext>
            </a:extLst>
          </p:cNvPr>
          <p:cNvSpPr txBox="1"/>
          <p:nvPr/>
        </p:nvSpPr>
        <p:spPr>
          <a:xfrm>
            <a:off x="3518687" y="1300575"/>
            <a:ext cx="1214876" cy="216183"/>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a:ln>
                  <a:noFill/>
                </a:ln>
                <a:solidFill>
                  <a:srgbClr val="656670"/>
                </a:solidFill>
                <a:effectLst/>
                <a:uLnTx/>
                <a:uFillTx/>
                <a:latin typeface="Funnel Sans"/>
                <a:ea typeface="+mn-ea"/>
                <a:cs typeface="+mn-cs"/>
              </a:rPr>
              <a:t>+$4B</a:t>
            </a:r>
          </a:p>
        </p:txBody>
      </p:sp>
      <p:sp>
        <p:nvSpPr>
          <p:cNvPr id="16" name="TextBox 15">
            <a:extLst>
              <a:ext uri="{FF2B5EF4-FFF2-40B4-BE49-F238E27FC236}">
                <a16:creationId xmlns:a16="http://schemas.microsoft.com/office/drawing/2014/main" id="{B04145B2-DC15-884B-2003-3CE977636FE7}"/>
              </a:ext>
            </a:extLst>
          </p:cNvPr>
          <p:cNvSpPr txBox="1"/>
          <p:nvPr/>
        </p:nvSpPr>
        <p:spPr>
          <a:xfrm>
            <a:off x="8755153" y="6667120"/>
            <a:ext cx="3436847" cy="381759"/>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a:ln>
                  <a:noFill/>
                </a:ln>
                <a:solidFill>
                  <a:srgbClr val="656670">
                    <a:lumMod val="60000"/>
                    <a:lumOff val="40000"/>
                  </a:srgbClr>
                </a:solidFill>
                <a:effectLst/>
                <a:uLnTx/>
                <a:uFillTx/>
                <a:latin typeface="Funnel Sans Light"/>
                <a:ea typeface="+mn-ea"/>
                <a:cs typeface="+mn-cs"/>
              </a:rPr>
              <a:t>*Benchmarks based on estimated </a:t>
            </a:r>
            <a:r>
              <a:rPr kumimoji="0" lang="en-US" sz="900" b="0" i="0" u="none" strike="noStrike" kern="1200" cap="none" spc="-10" normalizeH="0" baseline="0" noProof="0" err="1">
                <a:ln>
                  <a:noFill/>
                </a:ln>
                <a:solidFill>
                  <a:srgbClr val="656670">
                    <a:lumMod val="60000"/>
                    <a:lumOff val="40000"/>
                  </a:srgbClr>
                </a:solidFill>
                <a:effectLst/>
                <a:uLnTx/>
                <a:uFillTx/>
                <a:latin typeface="Funnel Sans Light"/>
                <a:ea typeface="+mn-ea"/>
                <a:cs typeface="+mn-cs"/>
              </a:rPr>
              <a:t>RayzeBio</a:t>
            </a:r>
            <a:r>
              <a:rPr kumimoji="0" lang="en-US" sz="900" b="0" i="0" u="none" strike="noStrike" kern="1200" cap="none" spc="-10" normalizeH="0" baseline="0" noProof="0">
                <a:ln>
                  <a:noFill/>
                </a:ln>
                <a:solidFill>
                  <a:srgbClr val="656670">
                    <a:lumMod val="60000"/>
                    <a:lumOff val="40000"/>
                  </a:srgbClr>
                </a:solidFill>
                <a:effectLst/>
                <a:uLnTx/>
                <a:uFillTx/>
                <a:latin typeface="Funnel Sans Light"/>
                <a:ea typeface="+mn-ea"/>
                <a:cs typeface="+mn-cs"/>
              </a:rPr>
              <a:t> valuation step ups</a:t>
            </a:r>
          </a:p>
        </p:txBody>
      </p:sp>
      <p:sp>
        <p:nvSpPr>
          <p:cNvPr id="5" name="Footer Placeholder 1">
            <a:extLst>
              <a:ext uri="{FF2B5EF4-FFF2-40B4-BE49-F238E27FC236}">
                <a16:creationId xmlns:a16="http://schemas.microsoft.com/office/drawing/2014/main" id="{5F665CE5-F656-C271-3C3B-94052AA9B6D0}"/>
              </a:ext>
            </a:extLst>
          </p:cNvPr>
          <p:cNvSpPr>
            <a:spLocks noGrp="1"/>
          </p:cNvSpPr>
          <p:nvPr>
            <p:ph type="ftr" sz="quarter" idx="10"/>
          </p:nvPr>
        </p:nvSpPr>
        <p:spPr>
          <a:xfrm>
            <a:off x="10108812" y="255984"/>
            <a:ext cx="871608" cy="133985"/>
          </a:xfrm>
        </p:spPr>
        <p:txBody>
          <a:bodyPr/>
          <a:lstStyle/>
          <a:p>
            <a:r>
              <a:rPr lang="en-US"/>
              <a:t>Confidential</a:t>
            </a:r>
            <a:endParaRPr lang="en-GB" spc="0"/>
          </a:p>
        </p:txBody>
      </p:sp>
    </p:spTree>
    <p:extLst>
      <p:ext uri="{BB962C8B-B14F-4D97-AF65-F5344CB8AC3E}">
        <p14:creationId xmlns:p14="http://schemas.microsoft.com/office/powerpoint/2010/main" val="1046433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3E5A8-835A-3C66-4B06-B412CBCE84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C48C03-DD56-4921-82F4-1F2A9DD73FE1}"/>
              </a:ext>
            </a:extLst>
          </p:cNvPr>
          <p:cNvSpPr>
            <a:spLocks noGrp="1"/>
          </p:cNvSpPr>
          <p:nvPr>
            <p:ph type="title"/>
          </p:nvPr>
        </p:nvSpPr>
        <p:spPr/>
        <p:txBody>
          <a:bodyPr/>
          <a:lstStyle/>
          <a:p>
            <a:r>
              <a:rPr lang="en-US" dirty="0"/>
              <a:t>Current team</a:t>
            </a:r>
          </a:p>
        </p:txBody>
      </p:sp>
      <p:sp>
        <p:nvSpPr>
          <p:cNvPr id="3" name="Footer Placeholder 2">
            <a:extLst>
              <a:ext uri="{FF2B5EF4-FFF2-40B4-BE49-F238E27FC236}">
                <a16:creationId xmlns:a16="http://schemas.microsoft.com/office/drawing/2014/main" id="{12C7D196-0915-07B7-1A75-9EA99FC0CB11}"/>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BFB32BA8-7D2A-19CA-D824-7C782AD1A617}"/>
              </a:ext>
            </a:extLst>
          </p:cNvPr>
          <p:cNvSpPr>
            <a:spLocks noGrp="1"/>
          </p:cNvSpPr>
          <p:nvPr>
            <p:ph type="sldNum" sz="quarter" idx="11"/>
          </p:nvPr>
        </p:nvSpPr>
        <p:spPr/>
        <p:txBody>
          <a:bodyPr/>
          <a:lstStyle/>
          <a:p>
            <a:fld id="{F41E5F93-45D3-472F-9EA1-BCB47A04FF6B}" type="slidenum">
              <a:rPr lang="en-GB" smtClean="0"/>
              <a:pPr/>
              <a:t>6</a:t>
            </a:fld>
            <a:endParaRPr lang="en-GB"/>
          </a:p>
        </p:txBody>
      </p:sp>
      <p:sp>
        <p:nvSpPr>
          <p:cNvPr id="6" name="Subtitle 5">
            <a:extLst>
              <a:ext uri="{FF2B5EF4-FFF2-40B4-BE49-F238E27FC236}">
                <a16:creationId xmlns:a16="http://schemas.microsoft.com/office/drawing/2014/main" id="{DE5B0A59-E479-5997-185E-DE3374A3C50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60141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A08F526B-8747-248A-E69C-2C6BE03A7112}"/>
              </a:ext>
            </a:extLst>
          </p:cNvPr>
          <p:cNvSpPr/>
          <p:nvPr/>
        </p:nvSpPr>
        <p:spPr>
          <a:xfrm>
            <a:off x="264691" y="2024393"/>
            <a:ext cx="5456659" cy="4585957"/>
          </a:xfrm>
          <a:prstGeom prst="roundRect">
            <a:avLst>
              <a:gd name="adj" fmla="val 18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19" name="Rectangle: Rounded Corners 18">
            <a:extLst>
              <a:ext uri="{FF2B5EF4-FFF2-40B4-BE49-F238E27FC236}">
                <a16:creationId xmlns:a16="http://schemas.microsoft.com/office/drawing/2014/main" id="{05A5CC23-D68B-49D2-76F8-36D95468D085}"/>
              </a:ext>
            </a:extLst>
          </p:cNvPr>
          <p:cNvSpPr/>
          <p:nvPr/>
        </p:nvSpPr>
        <p:spPr>
          <a:xfrm>
            <a:off x="6375885" y="2024393"/>
            <a:ext cx="5456659" cy="4585957"/>
          </a:xfrm>
          <a:prstGeom prst="roundRect">
            <a:avLst>
              <a:gd name="adj" fmla="val 18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8" name="TextBox 7">
            <a:extLst>
              <a:ext uri="{FF2B5EF4-FFF2-40B4-BE49-F238E27FC236}">
                <a16:creationId xmlns:a16="http://schemas.microsoft.com/office/drawing/2014/main" id="{E78F7F6D-FF93-9104-C50F-AFF8A9D2BDBB}"/>
              </a:ext>
            </a:extLst>
          </p:cNvPr>
          <p:cNvSpPr txBox="1"/>
          <p:nvPr/>
        </p:nvSpPr>
        <p:spPr>
          <a:xfrm>
            <a:off x="1580168" y="2744656"/>
            <a:ext cx="1918682" cy="456407"/>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0000"/>
                </a:solidFill>
                <a:effectLst/>
                <a:uLnTx/>
                <a:uFillTx/>
                <a:latin typeface="Funnel Sans Medium" pitchFamily="2" charset="0"/>
                <a:ea typeface="+mn-ea"/>
                <a:cs typeface="+mn-cs"/>
              </a:rPr>
              <a:t>Jeevan Virk</a:t>
            </a:r>
            <a:br>
              <a:rPr kumimoji="0" lang="en-GB" sz="1400" b="0" i="0" u="none" strike="noStrike" kern="1200" cap="none" spc="-5" normalizeH="0" baseline="0" noProof="0" dirty="0">
                <a:ln>
                  <a:noFill/>
                </a:ln>
                <a:solidFill>
                  <a:srgbClr val="000000"/>
                </a:solidFill>
                <a:effectLst/>
                <a:uLnTx/>
                <a:uFillTx/>
                <a:latin typeface="Funnel Sans Medium" pitchFamily="2" charset="0"/>
                <a:ea typeface="+mn-ea"/>
                <a:cs typeface="+mn-cs"/>
              </a:rPr>
            </a:br>
            <a:r>
              <a:rPr kumimoji="0" lang="en-GB" sz="1400" b="0" i="0" u="none" strike="noStrike" kern="1200" cap="none" spc="-5" normalizeH="0" baseline="0" noProof="0" dirty="0">
                <a:ln>
                  <a:noFill/>
                </a:ln>
                <a:solidFill>
                  <a:srgbClr val="000000"/>
                </a:solidFill>
                <a:effectLst/>
                <a:uLnTx/>
                <a:uFillTx/>
                <a:latin typeface="Funnel Sans Light"/>
                <a:ea typeface="+mn-ea"/>
                <a:cs typeface="+mn-cs"/>
              </a:rPr>
              <a:t>Chief Executive Officer</a:t>
            </a:r>
            <a:endParaRPr kumimoji="0" lang="en-US" sz="1400" b="0" i="0" u="none" strike="noStrike" kern="1200" cap="none" spc="-20" normalizeH="0" baseline="0" noProof="0" dirty="0">
              <a:ln>
                <a:noFill/>
              </a:ln>
              <a:solidFill>
                <a:srgbClr val="000000"/>
              </a:solidFill>
              <a:effectLst/>
              <a:uLnTx/>
              <a:uFillTx/>
              <a:latin typeface="Funnel Sans Light"/>
              <a:ea typeface="+mn-ea"/>
              <a:cs typeface="+mn-cs"/>
            </a:endParaRPr>
          </a:p>
        </p:txBody>
      </p:sp>
      <p:sp>
        <p:nvSpPr>
          <p:cNvPr id="9" name="TextBox 8">
            <a:extLst>
              <a:ext uri="{FF2B5EF4-FFF2-40B4-BE49-F238E27FC236}">
                <a16:creationId xmlns:a16="http://schemas.microsoft.com/office/drawing/2014/main" id="{FECF62B2-8334-06F1-DCFC-3B4D202BCC4F}"/>
              </a:ext>
            </a:extLst>
          </p:cNvPr>
          <p:cNvSpPr txBox="1"/>
          <p:nvPr/>
        </p:nvSpPr>
        <p:spPr>
          <a:xfrm>
            <a:off x="7714760" y="2744656"/>
            <a:ext cx="2248389" cy="456407"/>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0000"/>
                </a:solidFill>
                <a:effectLst/>
                <a:uLnTx/>
                <a:uFillTx/>
                <a:latin typeface="Funnel Sans Medium" pitchFamily="2" charset="0"/>
                <a:ea typeface="+mn-ea"/>
                <a:cs typeface="+mn-cs"/>
              </a:rPr>
              <a:t>Greg Mullen, PhD</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0000"/>
                </a:solidFill>
                <a:effectLst/>
                <a:uLnTx/>
                <a:uFillTx/>
                <a:latin typeface="Funnel Sans Light"/>
                <a:ea typeface="+mn-ea"/>
                <a:cs typeface="+mn-cs"/>
              </a:rPr>
              <a:t>Chief Translational Officer</a:t>
            </a:r>
            <a:endParaRPr kumimoji="0" lang="en-US" sz="1400" b="0" i="0" u="none" strike="noStrike" kern="1200" cap="none" spc="-20" normalizeH="0" baseline="0" noProof="0" dirty="0">
              <a:ln>
                <a:noFill/>
              </a:ln>
              <a:solidFill>
                <a:srgbClr val="000000"/>
              </a:solidFill>
              <a:effectLst/>
              <a:uLnTx/>
              <a:uFillTx/>
              <a:latin typeface="Funnel Sans Light"/>
              <a:ea typeface="+mn-ea"/>
              <a:cs typeface="+mn-cs"/>
            </a:endParaRPr>
          </a:p>
        </p:txBody>
      </p:sp>
      <p:pic>
        <p:nvPicPr>
          <p:cNvPr id="13" name="Picture 12">
            <a:extLst>
              <a:ext uri="{FF2B5EF4-FFF2-40B4-BE49-F238E27FC236}">
                <a16:creationId xmlns:a16="http://schemas.microsoft.com/office/drawing/2014/main" id="{69C90372-AA4F-FA67-ADF5-EAB9D5723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7680" y="2283132"/>
            <a:ext cx="905256" cy="905256"/>
          </a:xfrm>
          <a:prstGeom prst="roundRect">
            <a:avLst>
              <a:gd name="adj" fmla="val 10354"/>
            </a:avLst>
          </a:prstGeom>
          <a:solidFill>
            <a:srgbClr val="DED6D3"/>
          </a:solidFill>
        </p:spPr>
      </p:pic>
      <p:pic>
        <p:nvPicPr>
          <p:cNvPr id="15" name="Picture 14">
            <a:extLst>
              <a:ext uri="{FF2B5EF4-FFF2-40B4-BE49-F238E27FC236}">
                <a16:creationId xmlns:a16="http://schemas.microsoft.com/office/drawing/2014/main" id="{3612A9B7-F4A8-8347-5F15-184C1F8B5D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418" y="2283580"/>
            <a:ext cx="904808" cy="904808"/>
          </a:xfrm>
          <a:prstGeom prst="roundRect">
            <a:avLst>
              <a:gd name="adj" fmla="val 12719"/>
            </a:avLst>
          </a:prstGeom>
          <a:solidFill>
            <a:srgbClr val="DED6D3"/>
          </a:solidFill>
        </p:spPr>
      </p:pic>
      <p:sp>
        <p:nvSpPr>
          <p:cNvPr id="16" name="TextBox 15">
            <a:extLst>
              <a:ext uri="{FF2B5EF4-FFF2-40B4-BE49-F238E27FC236}">
                <a16:creationId xmlns:a16="http://schemas.microsoft.com/office/drawing/2014/main" id="{C86EFDA5-D080-6D66-989A-D612E7AD8F5A}"/>
              </a:ext>
            </a:extLst>
          </p:cNvPr>
          <p:cNvSpPr txBox="1"/>
          <p:nvPr/>
        </p:nvSpPr>
        <p:spPr>
          <a:xfrm>
            <a:off x="514418" y="3442832"/>
            <a:ext cx="4941025" cy="196815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Jeevan Virk is a seasoned innovator and entrepreneur in the radiopharmaceutical space, with a track record of turning breakthrough science into scalable enterprise. </a:t>
            </a:r>
            <a:br>
              <a:rPr kumimoji="0" lang="en-GB"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He began his career driving oncology-focused initiatives that integrated molecular imaging with targeted radiotherapy, helping shape the evolution of </a:t>
            </a:r>
            <a:r>
              <a:rPr kumimoji="0" lang="en-GB" sz="1100" b="0" i="0" u="none" strike="noStrike" kern="1200" cap="none" spc="-27" normalizeH="0" baseline="0" noProof="0" dirty="0" err="1">
                <a:ln>
                  <a:noFill/>
                </a:ln>
                <a:solidFill>
                  <a:srgbClr val="656670"/>
                </a:solidFill>
                <a:effectLst/>
                <a:uLnTx/>
                <a:uFillTx/>
                <a:latin typeface="Funnel Sans Light"/>
                <a:ea typeface="+mn-ea"/>
                <a:cs typeface="+mn-cs"/>
              </a:rPr>
              <a:t>theranostics</a:t>
            </a: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Notable achievements in the field include global responsibility for the </a:t>
            </a:r>
            <a:r>
              <a:rPr kumimoji="0" lang="en-GB" sz="1100" b="0" i="0" u="none" strike="noStrike" kern="1200" cap="none" spc="-27" normalizeH="0" baseline="0" noProof="0" dirty="0" err="1">
                <a:ln>
                  <a:noFill/>
                </a:ln>
                <a:solidFill>
                  <a:srgbClr val="656670"/>
                </a:solidFill>
                <a:effectLst/>
                <a:uLnTx/>
                <a:uFillTx/>
                <a:latin typeface="Funnel Sans Light"/>
                <a:ea typeface="+mn-ea"/>
                <a:cs typeface="+mn-cs"/>
              </a:rPr>
              <a:t>Lutathera</a:t>
            </a:r>
            <a:r>
              <a:rPr kumimoji="0" lang="en-GB" sz="1100" b="0" i="0" u="none" strike="noStrike" kern="1200" cap="none" spc="-27" normalizeH="0" baseline="30000" noProof="0" dirty="0">
                <a:ln>
                  <a:noFill/>
                </a:ln>
                <a:solidFill>
                  <a:srgbClr val="656670"/>
                </a:solidFill>
                <a:effectLst/>
                <a:uLnTx/>
                <a:uFillTx/>
                <a:latin typeface="Funnel Sans Light"/>
                <a:ea typeface="+mn-ea"/>
                <a:cs typeface="+mn-cs"/>
              </a:rPr>
              <a:t>®</a:t>
            </a: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 </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the first RLT. Responsibility for the RLT portfolio during the launch of </a:t>
            </a:r>
            <a:r>
              <a:rPr kumimoji="0" lang="en-GB" sz="1100" b="0" i="0" u="none" strike="noStrike" kern="1200" cap="none" spc="-27" normalizeH="0" baseline="0" noProof="0" dirty="0" err="1">
                <a:ln>
                  <a:noFill/>
                </a:ln>
                <a:solidFill>
                  <a:srgbClr val="656670"/>
                </a:solidFill>
                <a:effectLst/>
                <a:uLnTx/>
                <a:uFillTx/>
                <a:latin typeface="Funnel Sans Light"/>
                <a:ea typeface="+mn-ea"/>
                <a:cs typeface="+mn-cs"/>
              </a:rPr>
              <a:t>Pluvicto</a:t>
            </a:r>
            <a:r>
              <a:rPr kumimoji="0" lang="en-GB" sz="1100" b="0" i="0" u="none" strike="noStrike" kern="1200" cap="none" spc="-27" normalizeH="0" baseline="30000" noProof="0" dirty="0">
                <a:ln>
                  <a:noFill/>
                </a:ln>
                <a:solidFill>
                  <a:srgbClr val="656670"/>
                </a:solidFill>
                <a:effectLst/>
                <a:uLnTx/>
                <a:uFillTx/>
                <a:latin typeface="Funnel Sans Light"/>
                <a:ea typeface="+mn-ea"/>
                <a:cs typeface="+mn-cs"/>
              </a:rPr>
              <a:t>®</a:t>
            </a: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 Leading the RLT early portfolio strategy which encompasses organic and inorganic</a:t>
            </a:r>
          </a:p>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growth.</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During his tenure, RLT at Novartis scaled from zero to &gt;$10B of forecasted sales. </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He aims to repeat this success at Sego to create the first </a:t>
            </a:r>
            <a:r>
              <a:rPr kumimoji="0" lang="en-GB" sz="1100" b="0" i="0" u="none" strike="noStrike" kern="1200" cap="none" spc="-27" normalizeH="0" baseline="0" noProof="0" dirty="0" err="1">
                <a:ln>
                  <a:noFill/>
                </a:ln>
                <a:solidFill>
                  <a:srgbClr val="656670"/>
                </a:solidFill>
                <a:effectLst/>
                <a:uLnTx/>
                <a:uFillTx/>
                <a:latin typeface="Funnel Sans Light"/>
                <a:ea typeface="+mn-ea"/>
                <a:cs typeface="+mn-cs"/>
              </a:rPr>
              <a:t>deca</a:t>
            </a:r>
            <a:r>
              <a:rPr kumimoji="0" lang="en-GB" sz="1100" b="0" i="0" u="none" strike="noStrike" kern="1200" cap="none" spc="-27" normalizeH="0" baseline="0" noProof="0" dirty="0">
                <a:ln>
                  <a:noFill/>
                </a:ln>
                <a:solidFill>
                  <a:srgbClr val="656670"/>
                </a:solidFill>
                <a:effectLst/>
                <a:uLnTx/>
                <a:uFillTx/>
                <a:latin typeface="Funnel Sans Light"/>
                <a:ea typeface="+mn-ea"/>
                <a:cs typeface="+mn-cs"/>
              </a:rPr>
              <a:t>-billion RLT biotech.</a:t>
            </a:r>
            <a:endParaRPr kumimoji="0" lang="en-US" sz="1100" b="0" i="0" u="none" strike="noStrike" kern="1200" cap="none" spc="-27" normalizeH="0" baseline="0" noProof="0" dirty="0">
              <a:ln>
                <a:noFill/>
              </a:ln>
              <a:solidFill>
                <a:srgbClr val="656670"/>
              </a:solidFill>
              <a:effectLst/>
              <a:uLnTx/>
              <a:uFillTx/>
              <a:latin typeface="Funnel Sans Light"/>
              <a:ea typeface="+mn-ea"/>
              <a:cs typeface="+mn-cs"/>
            </a:endParaRPr>
          </a:p>
        </p:txBody>
      </p:sp>
      <p:sp>
        <p:nvSpPr>
          <p:cNvPr id="17" name="TextBox 16">
            <a:extLst>
              <a:ext uri="{FF2B5EF4-FFF2-40B4-BE49-F238E27FC236}">
                <a16:creationId xmlns:a16="http://schemas.microsoft.com/office/drawing/2014/main" id="{BE7F93E6-7C93-DF93-0714-9A56EF1B0350}"/>
              </a:ext>
            </a:extLst>
          </p:cNvPr>
          <p:cNvSpPr txBox="1"/>
          <p:nvPr/>
        </p:nvSpPr>
        <p:spPr>
          <a:xfrm>
            <a:off x="6649310" y="3442832"/>
            <a:ext cx="5025959" cy="1968154"/>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1200"/>
              </a:spcAft>
              <a:buClrTx/>
              <a:buSzTx/>
              <a:buFontTx/>
              <a:buNone/>
              <a:tabLst/>
              <a:defRPr/>
            </a:pP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Greg Mullen is a seasoned leader and innovator in radiopharmaceuticals and </a:t>
            </a:r>
            <a:br>
              <a:rPr kumimoji="0" lang="en-GB" sz="1100" b="0" i="0" u="none" strike="noStrike" kern="1200" cap="none" spc="-37" normalizeH="0" baseline="0" noProof="0" dirty="0">
                <a:ln>
                  <a:noFill/>
                </a:ln>
                <a:solidFill>
                  <a:srgbClr val="656670"/>
                </a:solidFill>
                <a:effectLst/>
                <a:uLnTx/>
                <a:uFillTx/>
                <a:latin typeface="Funnel Sans Light"/>
                <a:ea typeface="+mn-ea"/>
                <a:cs typeface="+mn-cs"/>
              </a:rPr>
            </a:b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molecular therapeutics, with a record of translating breakthrough science into global clinical success. He started by directing oncology-focused programs that integrated molecular imaging with targeted therapies, guiding multiple assets from research to successful FDA approval and launch.</a:t>
            </a:r>
          </a:p>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Major achievements include global leadership across </a:t>
            </a:r>
            <a:r>
              <a:rPr kumimoji="0" lang="en-GB" sz="1100" b="0" i="0" u="none" strike="noStrike" kern="1200" cap="none" spc="-37" normalizeH="0" baseline="0" noProof="0" dirty="0" err="1">
                <a:ln>
                  <a:noFill/>
                </a:ln>
                <a:solidFill>
                  <a:srgbClr val="656670"/>
                </a:solidFill>
                <a:effectLst/>
                <a:uLnTx/>
                <a:uFillTx/>
                <a:latin typeface="Funnel Sans Light"/>
                <a:ea typeface="+mn-ea"/>
                <a:cs typeface="+mn-cs"/>
              </a:rPr>
              <a:t>radiopharma</a:t>
            </a: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 portfolios, </a:t>
            </a:r>
            <a:br>
              <a:rPr kumimoji="0" lang="en-GB" sz="1100" b="0" i="0" u="none" strike="noStrike" kern="1200" cap="none" spc="-37" normalizeH="0" baseline="0" noProof="0" dirty="0">
                <a:ln>
                  <a:noFill/>
                </a:ln>
                <a:solidFill>
                  <a:srgbClr val="656670"/>
                </a:solidFill>
                <a:effectLst/>
                <a:uLnTx/>
                <a:uFillTx/>
                <a:latin typeface="Funnel Sans Light"/>
                <a:ea typeface="+mn-ea"/>
                <a:cs typeface="+mn-cs"/>
              </a:rPr>
            </a:b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building development pipelines, manufacturing and managing pivotal trials and commercial launches in top-tier biotech organizations. With deep expertise in R&amp;D, clinical strategy, regulatory affairs, and high-performance team leadership, Greg aims </a:t>
            </a:r>
            <a:br>
              <a:rPr kumimoji="0" lang="en-GB" sz="1100" b="0" i="0" u="none" strike="noStrike" kern="1200" cap="none" spc="-37" normalizeH="0" baseline="0" noProof="0" dirty="0">
                <a:ln>
                  <a:noFill/>
                </a:ln>
                <a:solidFill>
                  <a:srgbClr val="656670"/>
                </a:solidFill>
                <a:effectLst/>
                <a:uLnTx/>
                <a:uFillTx/>
                <a:latin typeface="Funnel Sans Light"/>
                <a:ea typeface="+mn-ea"/>
                <a:cs typeface="+mn-cs"/>
              </a:rPr>
            </a:br>
            <a:r>
              <a:rPr kumimoji="0" lang="en-GB" sz="1100" b="0" i="0" u="none" strike="noStrike" kern="1200" cap="none" spc="-37" normalizeH="0" baseline="0" noProof="0" dirty="0">
                <a:ln>
                  <a:noFill/>
                </a:ln>
                <a:solidFill>
                  <a:srgbClr val="656670"/>
                </a:solidFill>
                <a:effectLst/>
                <a:uLnTx/>
                <a:uFillTx/>
                <a:latin typeface="Funnel Sans Light"/>
                <a:ea typeface="+mn-ea"/>
                <a:cs typeface="+mn-cs"/>
              </a:rPr>
              <a:t>to continue advancing transformative therapies and industry-shaping innovation.</a:t>
            </a:r>
            <a:endParaRPr kumimoji="0" lang="en-US" sz="1100" b="0" i="0" u="none" strike="noStrike" kern="1200" cap="none" spc="-37" normalizeH="0" baseline="0" noProof="0" dirty="0">
              <a:ln>
                <a:noFill/>
              </a:ln>
              <a:solidFill>
                <a:srgbClr val="656670"/>
              </a:solidFill>
              <a:effectLst/>
              <a:uLnTx/>
              <a:uFillTx/>
              <a:latin typeface="Funnel Sans Light"/>
              <a:ea typeface="+mn-ea"/>
              <a:cs typeface="+mn-cs"/>
            </a:endParaRPr>
          </a:p>
        </p:txBody>
      </p:sp>
      <p:pic>
        <p:nvPicPr>
          <p:cNvPr id="21" name="Picture 20">
            <a:extLst>
              <a:ext uri="{FF2B5EF4-FFF2-40B4-BE49-F238E27FC236}">
                <a16:creationId xmlns:a16="http://schemas.microsoft.com/office/drawing/2014/main" id="{23C5EA92-1A8B-9219-7102-BDD3C89BD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164" y="5918806"/>
            <a:ext cx="1450942" cy="234197"/>
          </a:xfrm>
          <a:prstGeom prst="rect">
            <a:avLst/>
          </a:prstGeom>
        </p:spPr>
      </p:pic>
      <p:pic>
        <p:nvPicPr>
          <p:cNvPr id="23" name="Picture 22">
            <a:extLst>
              <a:ext uri="{FF2B5EF4-FFF2-40B4-BE49-F238E27FC236}">
                <a16:creationId xmlns:a16="http://schemas.microsoft.com/office/drawing/2014/main" id="{8B0EA7E7-ABBA-3CAA-3631-FE770D5735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3308" y="5751230"/>
            <a:ext cx="712767" cy="562068"/>
          </a:xfrm>
          <a:prstGeom prst="rect">
            <a:avLst/>
          </a:prstGeom>
        </p:spPr>
      </p:pic>
      <p:pic>
        <p:nvPicPr>
          <p:cNvPr id="25" name="Picture 24">
            <a:extLst>
              <a:ext uri="{FF2B5EF4-FFF2-40B4-BE49-F238E27FC236}">
                <a16:creationId xmlns:a16="http://schemas.microsoft.com/office/drawing/2014/main" id="{85C92A1A-3F97-10F4-B3AD-0F4FFDCD83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7317" y="5853487"/>
            <a:ext cx="1088126" cy="358442"/>
          </a:xfrm>
          <a:prstGeom prst="rect">
            <a:avLst/>
          </a:prstGeom>
        </p:spPr>
      </p:pic>
      <p:pic>
        <p:nvPicPr>
          <p:cNvPr id="27" name="Picture 26">
            <a:extLst>
              <a:ext uri="{FF2B5EF4-FFF2-40B4-BE49-F238E27FC236}">
                <a16:creationId xmlns:a16="http://schemas.microsoft.com/office/drawing/2014/main" id="{0651EBE1-C4DD-592A-D4D0-C5FBDCFD81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26675" y="5844944"/>
            <a:ext cx="1183375" cy="409384"/>
          </a:xfrm>
          <a:prstGeom prst="rect">
            <a:avLst/>
          </a:prstGeom>
        </p:spPr>
      </p:pic>
      <p:pic>
        <p:nvPicPr>
          <p:cNvPr id="29" name="Picture 28">
            <a:extLst>
              <a:ext uri="{FF2B5EF4-FFF2-40B4-BE49-F238E27FC236}">
                <a16:creationId xmlns:a16="http://schemas.microsoft.com/office/drawing/2014/main" id="{367A77AA-22D6-BD98-CBC9-4097671B60B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31589" y="5873254"/>
            <a:ext cx="643680" cy="321840"/>
          </a:xfrm>
          <a:prstGeom prst="rect">
            <a:avLst/>
          </a:prstGeom>
        </p:spPr>
      </p:pic>
      <p:pic>
        <p:nvPicPr>
          <p:cNvPr id="31" name="Picture 30">
            <a:extLst>
              <a:ext uri="{FF2B5EF4-FFF2-40B4-BE49-F238E27FC236}">
                <a16:creationId xmlns:a16="http://schemas.microsoft.com/office/drawing/2014/main" id="{B8567609-0062-5254-42CC-D17CA7CAC3A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50195" y="5831152"/>
            <a:ext cx="1151168" cy="396514"/>
          </a:xfrm>
          <a:prstGeom prst="rect">
            <a:avLst/>
          </a:prstGeom>
        </p:spPr>
      </p:pic>
      <p:pic>
        <p:nvPicPr>
          <p:cNvPr id="33" name="Picture 32">
            <a:extLst>
              <a:ext uri="{FF2B5EF4-FFF2-40B4-BE49-F238E27FC236}">
                <a16:creationId xmlns:a16="http://schemas.microsoft.com/office/drawing/2014/main" id="{0D39BAEF-60AB-A31E-F428-4642C5E2FAF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00064" y="5914043"/>
            <a:ext cx="943999" cy="242555"/>
          </a:xfrm>
          <a:prstGeom prst="rect">
            <a:avLst/>
          </a:prstGeom>
        </p:spPr>
      </p:pic>
      <p:pic>
        <p:nvPicPr>
          <p:cNvPr id="35" name="Picture 34">
            <a:extLst>
              <a:ext uri="{FF2B5EF4-FFF2-40B4-BE49-F238E27FC236}">
                <a16:creationId xmlns:a16="http://schemas.microsoft.com/office/drawing/2014/main" id="{F4EF42F2-DA0B-0253-8B3D-79C04B243E2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657680" y="5849307"/>
            <a:ext cx="1948158" cy="323250"/>
          </a:xfrm>
          <a:prstGeom prst="rect">
            <a:avLst/>
          </a:prstGeom>
        </p:spPr>
      </p:pic>
      <p:cxnSp>
        <p:nvCxnSpPr>
          <p:cNvPr id="37" name="Straight Connector 36">
            <a:extLst>
              <a:ext uri="{FF2B5EF4-FFF2-40B4-BE49-F238E27FC236}">
                <a16:creationId xmlns:a16="http://schemas.microsoft.com/office/drawing/2014/main" id="{9722BE6A-6FEF-44E1-CA92-3121E9E9E4B6}"/>
              </a:ext>
            </a:extLst>
          </p:cNvPr>
          <p:cNvCxnSpPr/>
          <p:nvPr/>
        </p:nvCxnSpPr>
        <p:spPr>
          <a:xfrm>
            <a:off x="542164" y="5549900"/>
            <a:ext cx="4913279" cy="0"/>
          </a:xfrm>
          <a:prstGeom prst="line">
            <a:avLst/>
          </a:prstGeom>
          <a:ln w="6350">
            <a:solidFill>
              <a:srgbClr val="BEBEC7">
                <a:alpha val="90000"/>
              </a:srgb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592587F-49C9-9A94-A288-CB21FF8EC27E}"/>
              </a:ext>
            </a:extLst>
          </p:cNvPr>
          <p:cNvCxnSpPr/>
          <p:nvPr/>
        </p:nvCxnSpPr>
        <p:spPr>
          <a:xfrm>
            <a:off x="6647574" y="5549900"/>
            <a:ext cx="4913279" cy="0"/>
          </a:xfrm>
          <a:prstGeom prst="line">
            <a:avLst/>
          </a:prstGeom>
          <a:ln w="6350">
            <a:solidFill>
              <a:srgbClr val="BEBEC7">
                <a:alpha val="90000"/>
              </a:srgbClr>
            </a:solidFill>
          </a:ln>
        </p:spPr>
        <p:style>
          <a:lnRef idx="2">
            <a:schemeClr val="accent1"/>
          </a:lnRef>
          <a:fillRef idx="0">
            <a:schemeClr val="accent1"/>
          </a:fillRef>
          <a:effectRef idx="1">
            <a:schemeClr val="accent1"/>
          </a:effectRef>
          <a:fontRef idx="minor">
            <a:schemeClr val="tx1"/>
          </a:fontRef>
        </p:style>
      </p:cxnSp>
      <p:sp>
        <p:nvSpPr>
          <p:cNvPr id="5" name="Text 3">
            <a:extLst>
              <a:ext uri="{FF2B5EF4-FFF2-40B4-BE49-F238E27FC236}">
                <a16:creationId xmlns:a16="http://schemas.microsoft.com/office/drawing/2014/main" id="{523AC981-BB8D-B9E0-0370-AB3898F00FF5}"/>
              </a:ext>
            </a:extLst>
          </p:cNvPr>
          <p:cNvSpPr/>
          <p:nvPr/>
        </p:nvSpPr>
        <p:spPr>
          <a:xfrm>
            <a:off x="10941051" y="190501"/>
            <a:ext cx="1327151" cy="133351"/>
          </a:xfrm>
          <a:prstGeom prst="rect">
            <a:avLst/>
          </a:prstGeom>
          <a:noFill/>
          <a:ln/>
        </p:spPr>
        <p:txBody>
          <a:bodyPr wrap="square" lIns="0" tIns="0" rIns="0" bIns="0" rtlCol="0" anchor="t"/>
          <a:lstStyle/>
          <a:p>
            <a:pPr marL="0" marR="0" lvl="0" indent="0" algn="l" defTabSz="914400" rtl="0" eaLnBrk="1" fontAlgn="auto" latinLnBrk="0" hangingPunct="1">
              <a:lnSpc>
                <a:spcPts val="988"/>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656670"/>
                </a:solidFill>
                <a:effectLst/>
                <a:uLnTx/>
                <a:uFillTx/>
                <a:latin typeface="Funnel Sans" pitchFamily="34" charset="0"/>
                <a:ea typeface="Funnel Sans" pitchFamily="34" charset="-122"/>
                <a:cs typeface="Funnel Sans" pitchFamily="34" charset="-120"/>
              </a:rPr>
              <a:t>Confidential Deck</a:t>
            </a:r>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 name="Text 4">
            <a:extLst>
              <a:ext uri="{FF2B5EF4-FFF2-40B4-BE49-F238E27FC236}">
                <a16:creationId xmlns:a16="http://schemas.microsoft.com/office/drawing/2014/main" id="{31735156-8E15-156A-57EF-5E1F9F8ADFDF}"/>
              </a:ext>
            </a:extLst>
          </p:cNvPr>
          <p:cNvSpPr/>
          <p:nvPr/>
        </p:nvSpPr>
        <p:spPr>
          <a:xfrm>
            <a:off x="11795533" y="190501"/>
            <a:ext cx="129769" cy="133351"/>
          </a:xfrm>
          <a:prstGeom prst="rect">
            <a:avLst/>
          </a:prstGeom>
          <a:noFill/>
          <a:ln/>
        </p:spPr>
        <p:txBody>
          <a:bodyPr wrap="square" lIns="0" tIns="0" rIns="0" bIns="0" rtlCol="0" anchor="t"/>
          <a:lstStyle/>
          <a:p>
            <a:pPr marL="0" marR="0" lvl="0" indent="0" algn="r" defTabSz="914400" rtl="0" eaLnBrk="1" fontAlgn="auto" latinLnBrk="0" hangingPunct="1">
              <a:lnSpc>
                <a:spcPts val="988"/>
              </a:lnSpc>
              <a:spcBef>
                <a:spcPts val="0"/>
              </a:spcBef>
              <a:spcAft>
                <a:spcPts val="0"/>
              </a:spcAft>
              <a:buClrTx/>
              <a:buSzTx/>
              <a:buFontTx/>
              <a:buNone/>
              <a:tabLst/>
              <a:defRPr/>
            </a:pPr>
            <a:fld id="{ABB28F4D-21C6-C54E-A52C-53105BD84126}" type="slidenum">
              <a:rPr kumimoji="0" lang="en-US" sz="760" b="0" i="0" u="none" strike="noStrike" kern="1200" cap="none" spc="0" normalizeH="0" baseline="0" noProof="0" smtClean="0">
                <a:ln>
                  <a:noFill/>
                </a:ln>
                <a:solidFill>
                  <a:srgbClr val="656670"/>
                </a:solidFill>
                <a:effectLst/>
                <a:uLnTx/>
                <a:uFillTx/>
                <a:latin typeface="Funnel Sans" pitchFamily="34" charset="0"/>
                <a:ea typeface="Funnel Sans" pitchFamily="34" charset="-122"/>
                <a:cs typeface="Funnel Sans" pitchFamily="34" charset="-120"/>
              </a:rPr>
              <a:pPr marL="0" marR="0" lvl="0" indent="0" algn="r" defTabSz="914400" rtl="0" eaLnBrk="1" fontAlgn="auto" latinLnBrk="0" hangingPunct="1">
                <a:lnSpc>
                  <a:spcPts val="988"/>
                </a:lnSpc>
                <a:spcBef>
                  <a:spcPts val="0"/>
                </a:spcBef>
                <a:spcAft>
                  <a:spcPts val="0"/>
                </a:spcAft>
                <a:buClrTx/>
                <a:buSzTx/>
                <a:buFontTx/>
                <a:buNone/>
                <a:tabLst/>
                <a:defRPr/>
              </a:pPr>
              <a:t>7</a:t>
            </a:fld>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12" name="Title 1">
            <a:extLst>
              <a:ext uri="{FF2B5EF4-FFF2-40B4-BE49-F238E27FC236}">
                <a16:creationId xmlns:a16="http://schemas.microsoft.com/office/drawing/2014/main" id="{E692EB47-50C9-C2C4-327C-7441AAFDDDC9}"/>
              </a:ext>
            </a:extLst>
          </p:cNvPr>
          <p:cNvSpPr>
            <a:spLocks noGrp="1"/>
          </p:cNvSpPr>
          <p:nvPr>
            <p:ph type="title"/>
          </p:nvPr>
        </p:nvSpPr>
        <p:spPr>
          <a:xfrm>
            <a:off x="261111" y="1346411"/>
            <a:ext cx="11673713" cy="425903"/>
          </a:xfrm>
        </p:spPr>
        <p:txBody>
          <a:bodyPr/>
          <a:lstStyle/>
          <a:p>
            <a:r>
              <a:rPr lang="en-GB" dirty="0"/>
              <a:t>Founded by pioneers in the field of radiopharmaceuticals</a:t>
            </a:r>
            <a:endParaRPr lang="en-US" dirty="0"/>
          </a:p>
        </p:txBody>
      </p:sp>
      <p:sp>
        <p:nvSpPr>
          <p:cNvPr id="14" name="TextBox 13">
            <a:extLst>
              <a:ext uri="{FF2B5EF4-FFF2-40B4-BE49-F238E27FC236}">
                <a16:creationId xmlns:a16="http://schemas.microsoft.com/office/drawing/2014/main" id="{D4471129-1B3B-6DEC-C3F0-1E1B75D0E286}"/>
              </a:ext>
            </a:extLst>
          </p:cNvPr>
          <p:cNvSpPr txBox="1"/>
          <p:nvPr/>
        </p:nvSpPr>
        <p:spPr>
          <a:xfrm>
            <a:off x="259874" y="1071722"/>
            <a:ext cx="1045051" cy="2447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000000"/>
                </a:solidFill>
                <a:effectLst/>
                <a:uLnTx/>
                <a:uFillTx/>
                <a:latin typeface="Funnel Sans"/>
                <a:ea typeface="+mn-ea"/>
                <a:cs typeface="+mn-cs"/>
              </a:rPr>
              <a:t>Our Team</a:t>
            </a:r>
          </a:p>
        </p:txBody>
      </p:sp>
    </p:spTree>
    <p:extLst>
      <p:ext uri="{BB962C8B-B14F-4D97-AF65-F5344CB8AC3E}">
        <p14:creationId xmlns:p14="http://schemas.microsoft.com/office/powerpoint/2010/main" val="2244127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BB032-C17A-BB2A-48B6-6A1A5DB3ED8D}"/>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833E45E0-DEA9-42E4-F801-D6C05F2FA449}"/>
              </a:ext>
            </a:extLst>
          </p:cNvPr>
          <p:cNvSpPr/>
          <p:nvPr/>
        </p:nvSpPr>
        <p:spPr>
          <a:xfrm>
            <a:off x="264691" y="2024393"/>
            <a:ext cx="5456659" cy="4585957"/>
          </a:xfrm>
          <a:prstGeom prst="roundRect">
            <a:avLst>
              <a:gd name="adj" fmla="val 18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19" name="Rectangle: Rounded Corners 18">
            <a:extLst>
              <a:ext uri="{FF2B5EF4-FFF2-40B4-BE49-F238E27FC236}">
                <a16:creationId xmlns:a16="http://schemas.microsoft.com/office/drawing/2014/main" id="{E5D88A0F-9313-C32D-DA42-58CF2D96113F}"/>
              </a:ext>
            </a:extLst>
          </p:cNvPr>
          <p:cNvSpPr/>
          <p:nvPr/>
        </p:nvSpPr>
        <p:spPr>
          <a:xfrm>
            <a:off x="6375885" y="2024393"/>
            <a:ext cx="5456659" cy="4585957"/>
          </a:xfrm>
          <a:prstGeom prst="roundRect">
            <a:avLst>
              <a:gd name="adj" fmla="val 18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8" name="TextBox 7">
            <a:extLst>
              <a:ext uri="{FF2B5EF4-FFF2-40B4-BE49-F238E27FC236}">
                <a16:creationId xmlns:a16="http://schemas.microsoft.com/office/drawing/2014/main" id="{BEC41573-38D8-C19C-14B1-46479F957237}"/>
              </a:ext>
            </a:extLst>
          </p:cNvPr>
          <p:cNvSpPr txBox="1"/>
          <p:nvPr/>
        </p:nvSpPr>
        <p:spPr>
          <a:xfrm>
            <a:off x="1580168" y="2744656"/>
            <a:ext cx="1918682" cy="456407"/>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5" normalizeH="0" baseline="0" noProof="0" dirty="0">
                <a:ln>
                  <a:noFill/>
                </a:ln>
                <a:solidFill>
                  <a:srgbClr val="000000"/>
                </a:solidFill>
                <a:effectLst/>
                <a:uLnTx/>
                <a:uFillTx/>
                <a:latin typeface="Funnel Sans Medium" pitchFamily="2" charset="0"/>
                <a:ea typeface="+mn-ea"/>
                <a:cs typeface="+mn-cs"/>
              </a:rPr>
              <a:t>Adam Badar, PhD</a:t>
            </a:r>
            <a:br>
              <a:rPr kumimoji="0" lang="en-US" sz="1400" b="0" i="0" u="none" strike="noStrike" kern="1200" cap="none" spc="-5" normalizeH="0" baseline="0" noProof="0" dirty="0">
                <a:ln>
                  <a:noFill/>
                </a:ln>
                <a:solidFill>
                  <a:srgbClr val="000000"/>
                </a:solidFill>
                <a:effectLst/>
                <a:uLnTx/>
                <a:uFillTx/>
                <a:latin typeface="Funnel Sans Medium" pitchFamily="2" charset="0"/>
                <a:ea typeface="+mn-ea"/>
                <a:cs typeface="+mn-cs"/>
              </a:rPr>
            </a:br>
            <a:r>
              <a:rPr kumimoji="0" lang="en-US" sz="1400" b="0" i="0" u="none" strike="noStrike" kern="1200" cap="none" spc="-5" normalizeH="0" baseline="0" noProof="0" dirty="0">
                <a:ln>
                  <a:noFill/>
                </a:ln>
                <a:solidFill>
                  <a:srgbClr val="000000"/>
                </a:solidFill>
                <a:effectLst/>
                <a:uLnTx/>
                <a:uFillTx/>
                <a:latin typeface="Funnel Sans Light"/>
                <a:ea typeface="+mn-ea"/>
                <a:cs typeface="+mn-cs"/>
              </a:rPr>
              <a:t>Head of Operations</a:t>
            </a:r>
            <a:endParaRPr kumimoji="0" lang="en-US" sz="1400" b="0" i="0" u="none" strike="noStrike" kern="1200" cap="none" spc="-20" normalizeH="0" baseline="0" noProof="0" dirty="0">
              <a:ln>
                <a:noFill/>
              </a:ln>
              <a:solidFill>
                <a:srgbClr val="000000"/>
              </a:solidFill>
              <a:effectLst/>
              <a:uLnTx/>
              <a:uFillTx/>
              <a:latin typeface="Funnel Sans Light"/>
              <a:ea typeface="+mn-ea"/>
              <a:cs typeface="+mn-cs"/>
            </a:endParaRPr>
          </a:p>
        </p:txBody>
      </p:sp>
      <p:sp>
        <p:nvSpPr>
          <p:cNvPr id="9" name="TextBox 8">
            <a:extLst>
              <a:ext uri="{FF2B5EF4-FFF2-40B4-BE49-F238E27FC236}">
                <a16:creationId xmlns:a16="http://schemas.microsoft.com/office/drawing/2014/main" id="{8C66B5C7-200D-7EF1-D145-0D9DDA49B288}"/>
              </a:ext>
            </a:extLst>
          </p:cNvPr>
          <p:cNvSpPr txBox="1"/>
          <p:nvPr/>
        </p:nvSpPr>
        <p:spPr>
          <a:xfrm>
            <a:off x="7714760" y="2744656"/>
            <a:ext cx="2248389" cy="456407"/>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5" normalizeH="0" baseline="0" noProof="0" dirty="0">
                <a:ln>
                  <a:noFill/>
                </a:ln>
                <a:solidFill>
                  <a:srgbClr val="000000"/>
                </a:solidFill>
                <a:effectLst/>
                <a:uLnTx/>
                <a:uFillTx/>
                <a:latin typeface="Funnel Sans Medium" pitchFamily="2" charset="0"/>
                <a:ea typeface="+mn-ea"/>
                <a:cs typeface="+mn-cs"/>
              </a:rPr>
              <a:t>Richard Tavaré, PhD</a:t>
            </a:r>
            <a:br>
              <a:rPr kumimoji="0" lang="en-US" sz="1400" b="0" i="0" u="none" strike="noStrike" kern="1200" cap="none" spc="-5" normalizeH="0" baseline="0" noProof="0" dirty="0">
                <a:ln>
                  <a:noFill/>
                </a:ln>
                <a:solidFill>
                  <a:srgbClr val="000000"/>
                </a:solidFill>
                <a:effectLst/>
                <a:uLnTx/>
                <a:uFillTx/>
                <a:latin typeface="Funnel Sans Medium" pitchFamily="2" charset="0"/>
                <a:ea typeface="+mn-ea"/>
                <a:cs typeface="+mn-cs"/>
              </a:rPr>
            </a:br>
            <a:r>
              <a:rPr kumimoji="0" lang="en-US" sz="1400" b="0" i="0" u="none" strike="noStrike" kern="1200" cap="none" spc="-5" normalizeH="0" baseline="0" noProof="0" dirty="0">
                <a:ln>
                  <a:noFill/>
                </a:ln>
                <a:solidFill>
                  <a:srgbClr val="000000"/>
                </a:solidFill>
                <a:effectLst/>
                <a:uLnTx/>
                <a:uFillTx/>
                <a:latin typeface="Funnel Sans Light"/>
                <a:ea typeface="+mn-ea"/>
                <a:cs typeface="+mn-cs"/>
              </a:rPr>
              <a:t>Head of Research</a:t>
            </a:r>
            <a:endParaRPr kumimoji="0" lang="en-US" sz="1400" b="0" i="0" u="none" strike="noStrike" kern="1200" cap="none" spc="-20" normalizeH="0" baseline="0" noProof="0" dirty="0">
              <a:ln>
                <a:noFill/>
              </a:ln>
              <a:solidFill>
                <a:srgbClr val="000000"/>
              </a:solidFill>
              <a:effectLst/>
              <a:uLnTx/>
              <a:uFillTx/>
              <a:latin typeface="Funnel Sans Light"/>
              <a:ea typeface="+mn-ea"/>
              <a:cs typeface="+mn-cs"/>
            </a:endParaRPr>
          </a:p>
        </p:txBody>
      </p:sp>
      <p:pic>
        <p:nvPicPr>
          <p:cNvPr id="13" name="Picture 12">
            <a:extLst>
              <a:ext uri="{FF2B5EF4-FFF2-40B4-BE49-F238E27FC236}">
                <a16:creationId xmlns:a16="http://schemas.microsoft.com/office/drawing/2014/main" id="{CD18038C-72B8-B29D-EEA4-09E9FAD44A39}"/>
              </a:ext>
            </a:extLst>
          </p:cNvPr>
          <p:cNvPicPr>
            <a:picLocks noChangeAspect="1"/>
          </p:cNvPicPr>
          <p:nvPr/>
        </p:nvPicPr>
        <p:blipFill>
          <a:blip r:embed="rId2">
            <a:extLst>
              <a:ext uri="{28A0092B-C50C-407E-A947-70E740481C1C}">
                <a14:useLocalDpi xmlns:a14="http://schemas.microsoft.com/office/drawing/2010/main" val="0"/>
              </a:ext>
            </a:extLst>
          </a:blip>
          <a:srcRect l="35" r="35"/>
          <a:stretch/>
        </p:blipFill>
        <p:spPr>
          <a:xfrm>
            <a:off x="6657680" y="2283132"/>
            <a:ext cx="904623" cy="905256"/>
          </a:xfrm>
          <a:prstGeom prst="roundRect">
            <a:avLst>
              <a:gd name="adj" fmla="val 10354"/>
            </a:avLst>
          </a:prstGeom>
          <a:solidFill>
            <a:srgbClr val="DED6D3"/>
          </a:solidFill>
        </p:spPr>
      </p:pic>
      <p:pic>
        <p:nvPicPr>
          <p:cNvPr id="15" name="Picture 14">
            <a:extLst>
              <a:ext uri="{FF2B5EF4-FFF2-40B4-BE49-F238E27FC236}">
                <a16:creationId xmlns:a16="http://schemas.microsoft.com/office/drawing/2014/main" id="{1E038234-8AA6-F471-27D9-9FD07BA56A71}"/>
              </a:ext>
            </a:extLst>
          </p:cNvPr>
          <p:cNvPicPr>
            <a:picLocks noChangeAspect="1"/>
          </p:cNvPicPr>
          <p:nvPr/>
        </p:nvPicPr>
        <p:blipFill>
          <a:blip r:embed="rId3">
            <a:extLst>
              <a:ext uri="{28A0092B-C50C-407E-A947-70E740481C1C}">
                <a14:useLocalDpi xmlns:a14="http://schemas.microsoft.com/office/drawing/2010/main" val="0"/>
              </a:ext>
            </a:extLst>
          </a:blip>
          <a:srcRect l="35" r="35"/>
          <a:stretch/>
        </p:blipFill>
        <p:spPr>
          <a:xfrm>
            <a:off x="514418" y="2283580"/>
            <a:ext cx="904176" cy="904808"/>
          </a:xfrm>
          <a:prstGeom prst="roundRect">
            <a:avLst>
              <a:gd name="adj" fmla="val 12719"/>
            </a:avLst>
          </a:prstGeom>
          <a:solidFill>
            <a:srgbClr val="DED6D3"/>
          </a:solidFill>
        </p:spPr>
      </p:pic>
      <p:sp>
        <p:nvSpPr>
          <p:cNvPr id="16" name="TextBox 15">
            <a:extLst>
              <a:ext uri="{FF2B5EF4-FFF2-40B4-BE49-F238E27FC236}">
                <a16:creationId xmlns:a16="http://schemas.microsoft.com/office/drawing/2014/main" id="{8740C9F3-95F1-C6AB-0CBD-E623B5F6310E}"/>
              </a:ext>
            </a:extLst>
          </p:cNvPr>
          <p:cNvSpPr txBox="1"/>
          <p:nvPr/>
        </p:nvSpPr>
        <p:spPr>
          <a:xfrm>
            <a:off x="514418" y="3442831"/>
            <a:ext cx="4941025" cy="2341801"/>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With a PhD in biomedical imaging and an Executive MBA, Adam brings over 15</a:t>
            </a:r>
            <a:br>
              <a:rPr kumimoji="0" lang="en-US"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years of proven scientific and commercial leadership in radiopharmaceuticals,</a:t>
            </a:r>
            <a:br>
              <a:rPr kumimoji="0" lang="en-US"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nuclear medicine, and MedTech innovation. He has successfully delivered major research facility build-outs at leading UK institutions, including King’s College</a:t>
            </a:r>
            <a:br>
              <a:rPr kumimoji="0" lang="en-US"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London, University College London, and the Francis Crick Institute.</a:t>
            </a:r>
          </a:p>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Adam has scaled high-performing consulting teams at TNO and Philips Healthcare, driving operational efficiency and market impact. He has led product strategy, partnering, and business development across biotech and medtech sectors,</a:t>
            </a:r>
            <a:br>
              <a:rPr kumimoji="0" lang="en-US"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including playing a pivotal role in </a:t>
            </a:r>
            <a:r>
              <a:rPr kumimoji="0" lang="en-US" sz="1100" b="0" i="0" u="none" strike="noStrike" kern="1200" cap="none" spc="-27" normalizeH="0" baseline="0" noProof="0" dirty="0" err="1">
                <a:ln>
                  <a:noFill/>
                </a:ln>
                <a:solidFill>
                  <a:srgbClr val="656670"/>
                </a:solidFill>
                <a:effectLst/>
                <a:uLnTx/>
                <a:uFillTx/>
                <a:latin typeface="Funnel Sans Light"/>
                <a:ea typeface="+mn-ea"/>
                <a:cs typeface="+mn-cs"/>
              </a:rPr>
              <a:t>MILabs’</a:t>
            </a: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 growth and acquisition.</a:t>
            </a:r>
          </a:p>
          <a:p>
            <a:pPr marL="0" marR="0" lvl="0" indent="0" algn="l" defTabSz="914400" rtl="0" eaLnBrk="1" fontAlgn="auto" latinLnBrk="0" hangingPunct="1">
              <a:lnSpc>
                <a:spcPct val="104000"/>
              </a:lnSpc>
              <a:spcBef>
                <a:spcPts val="0"/>
              </a:spcBef>
              <a:spcAft>
                <a:spcPts val="600"/>
              </a:spcAft>
              <a:buClrTx/>
              <a:buSzTx/>
              <a:buFontTx/>
              <a:buNone/>
              <a:tabLst/>
              <a:defRPr/>
            </a:pP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As an operational co-founder, Adam excels at transforming vision into scalable systems, high-caliber teams, and disciplined execution—creating sustainable value</a:t>
            </a:r>
            <a:br>
              <a:rPr kumimoji="0" lang="en-US" sz="1100" b="0" i="0" u="none" strike="noStrike" kern="1200" cap="none" spc="-27"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7" normalizeH="0" baseline="0" noProof="0" dirty="0">
                <a:ln>
                  <a:noFill/>
                </a:ln>
                <a:solidFill>
                  <a:srgbClr val="656670"/>
                </a:solidFill>
                <a:effectLst/>
                <a:uLnTx/>
                <a:uFillTx/>
                <a:latin typeface="Funnel Sans Light"/>
                <a:ea typeface="+mn-ea"/>
                <a:cs typeface="+mn-cs"/>
              </a:rPr>
              <a:t>and competitive advantage.</a:t>
            </a:r>
          </a:p>
        </p:txBody>
      </p:sp>
      <p:sp>
        <p:nvSpPr>
          <p:cNvPr id="17" name="TextBox 16">
            <a:extLst>
              <a:ext uri="{FF2B5EF4-FFF2-40B4-BE49-F238E27FC236}">
                <a16:creationId xmlns:a16="http://schemas.microsoft.com/office/drawing/2014/main" id="{5DF0CF4A-10B5-D351-FB1A-040D7B7CB378}"/>
              </a:ext>
            </a:extLst>
          </p:cNvPr>
          <p:cNvSpPr txBox="1"/>
          <p:nvPr/>
        </p:nvSpPr>
        <p:spPr>
          <a:xfrm>
            <a:off x="6649310" y="3442831"/>
            <a:ext cx="5206932" cy="2341795"/>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1200"/>
              </a:spcAft>
              <a:buClrTx/>
              <a:buSzTx/>
              <a:buFontTx/>
              <a:buNone/>
              <a:tabLst/>
              <a:defRPr/>
            </a:pP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Richard Tavaré is a renowned scientist with more than 15 years of experience in oncology diagnostics and therapeutic drug development spanning academia and industry. With a PhD in imaging immunology and deep expertise in molecular</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imaging, he has spearheaded programs that advanced three novel imaging-</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targeted molecules into clinical trials.</a:t>
            </a:r>
          </a:p>
          <a:p>
            <a:pPr marL="0" marR="0" lvl="0" indent="0" algn="l" defTabSz="914400" rtl="0" eaLnBrk="1" fontAlgn="auto" latinLnBrk="0" hangingPunct="1">
              <a:lnSpc>
                <a:spcPct val="104000"/>
              </a:lnSpc>
              <a:spcBef>
                <a:spcPts val="0"/>
              </a:spcBef>
              <a:spcAft>
                <a:spcPts val="1200"/>
              </a:spcAft>
              <a:buClrTx/>
              <a:buSzTx/>
              <a:buFontTx/>
              <a:buNone/>
              <a:tabLst/>
              <a:defRPr/>
            </a:pP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At Regeneron Pharmaceuticals, Inc., he worked in the Oncology, Global</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Development, and Therapeutic Protein groups from discovery research through to oncology clinical trials. He initiated a research collaboration that led to the</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acquisition of a cyclic peptide company to strengthen imaging and targeting</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platform capabilities. Combining scientific depth with partnership acumen, Richard</a:t>
            </a:r>
            <a:br>
              <a:rPr kumimoji="0" lang="en-US" sz="1100" b="0" i="0" u="none" strike="noStrike" kern="1200" cap="none" spc="-28" normalizeH="0" baseline="0" noProof="0" dirty="0">
                <a:ln>
                  <a:noFill/>
                </a:ln>
                <a:solidFill>
                  <a:srgbClr val="656670"/>
                </a:solidFill>
                <a:effectLst/>
                <a:uLnTx/>
                <a:uFillTx/>
                <a:latin typeface="Funnel Sans Light"/>
                <a:ea typeface="+mn-ea"/>
                <a:cs typeface="+mn-cs"/>
              </a:rPr>
            </a:b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now brings his track record of translating imaging innovation into clinical and commercial reality to drive the next wave of </a:t>
            </a:r>
            <a:r>
              <a:rPr kumimoji="0" lang="en-US" sz="1100" b="0" i="0" u="none" strike="noStrike" kern="1200" cap="none" spc="-28" normalizeH="0" baseline="0" noProof="0" dirty="0" err="1">
                <a:ln>
                  <a:noFill/>
                </a:ln>
                <a:solidFill>
                  <a:srgbClr val="656670"/>
                </a:solidFill>
                <a:effectLst/>
                <a:uLnTx/>
                <a:uFillTx/>
                <a:latin typeface="Funnel Sans Light"/>
                <a:ea typeface="+mn-ea"/>
                <a:cs typeface="+mn-cs"/>
              </a:rPr>
              <a:t>theranostics</a:t>
            </a:r>
            <a:r>
              <a:rPr kumimoji="0" lang="en-US" sz="1100" b="0" i="0" u="none" strike="noStrike" kern="1200" cap="none" spc="-28" normalizeH="0" baseline="0" noProof="0" dirty="0">
                <a:ln>
                  <a:noFill/>
                </a:ln>
                <a:solidFill>
                  <a:srgbClr val="656670"/>
                </a:solidFill>
                <a:effectLst/>
                <a:uLnTx/>
                <a:uFillTx/>
                <a:latin typeface="Funnel Sans Light"/>
                <a:ea typeface="+mn-ea"/>
                <a:cs typeface="+mn-cs"/>
              </a:rPr>
              <a:t>.</a:t>
            </a:r>
          </a:p>
        </p:txBody>
      </p:sp>
      <p:cxnSp>
        <p:nvCxnSpPr>
          <p:cNvPr id="37" name="Straight Connector 36">
            <a:extLst>
              <a:ext uri="{FF2B5EF4-FFF2-40B4-BE49-F238E27FC236}">
                <a16:creationId xmlns:a16="http://schemas.microsoft.com/office/drawing/2014/main" id="{271754FE-D114-59C8-8CC2-E7D303195605}"/>
              </a:ext>
            </a:extLst>
          </p:cNvPr>
          <p:cNvCxnSpPr/>
          <p:nvPr/>
        </p:nvCxnSpPr>
        <p:spPr>
          <a:xfrm>
            <a:off x="542164" y="5918200"/>
            <a:ext cx="4913279" cy="0"/>
          </a:xfrm>
          <a:prstGeom prst="line">
            <a:avLst/>
          </a:prstGeom>
          <a:ln w="6350">
            <a:solidFill>
              <a:srgbClr val="BEBEC7">
                <a:alpha val="90000"/>
              </a:srgb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E18756A-F9B6-78D6-3F58-4A7D5D29A0DB}"/>
              </a:ext>
            </a:extLst>
          </p:cNvPr>
          <p:cNvCxnSpPr/>
          <p:nvPr/>
        </p:nvCxnSpPr>
        <p:spPr>
          <a:xfrm>
            <a:off x="6647574" y="5918200"/>
            <a:ext cx="4913279" cy="0"/>
          </a:xfrm>
          <a:prstGeom prst="line">
            <a:avLst/>
          </a:prstGeom>
          <a:ln w="6350">
            <a:solidFill>
              <a:srgbClr val="BEBEC7">
                <a:alpha val="90000"/>
              </a:srgb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10A8E089-6D72-B362-1198-7C66007B3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197" y="6039076"/>
            <a:ext cx="889677" cy="416036"/>
          </a:xfrm>
          <a:prstGeom prst="rect">
            <a:avLst/>
          </a:prstGeom>
        </p:spPr>
      </p:pic>
      <p:pic>
        <p:nvPicPr>
          <p:cNvPr id="20" name="Picture 19">
            <a:extLst>
              <a:ext uri="{FF2B5EF4-FFF2-40B4-BE49-F238E27FC236}">
                <a16:creationId xmlns:a16="http://schemas.microsoft.com/office/drawing/2014/main" id="{D96800D1-A791-E593-9447-B4DCFF6E3F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93043" y="6095792"/>
            <a:ext cx="991507" cy="302603"/>
          </a:xfrm>
          <a:prstGeom prst="rect">
            <a:avLst/>
          </a:prstGeom>
        </p:spPr>
      </p:pic>
      <p:pic>
        <p:nvPicPr>
          <p:cNvPr id="24" name="Picture 23">
            <a:extLst>
              <a:ext uri="{FF2B5EF4-FFF2-40B4-BE49-F238E27FC236}">
                <a16:creationId xmlns:a16="http://schemas.microsoft.com/office/drawing/2014/main" id="{EA8624D6-1C86-A8F7-579C-423C3A3DC7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31369" y="6080907"/>
            <a:ext cx="1093106" cy="324118"/>
          </a:xfrm>
          <a:prstGeom prst="rect">
            <a:avLst/>
          </a:prstGeom>
        </p:spPr>
      </p:pic>
      <p:pic>
        <p:nvPicPr>
          <p:cNvPr id="28" name="Picture 27">
            <a:extLst>
              <a:ext uri="{FF2B5EF4-FFF2-40B4-BE49-F238E27FC236}">
                <a16:creationId xmlns:a16="http://schemas.microsoft.com/office/drawing/2014/main" id="{0956C63E-F85F-978C-98BC-C33BA45572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83887" y="6131509"/>
            <a:ext cx="1463080" cy="266881"/>
          </a:xfrm>
          <a:prstGeom prst="rect">
            <a:avLst/>
          </a:prstGeom>
        </p:spPr>
      </p:pic>
      <p:pic>
        <p:nvPicPr>
          <p:cNvPr id="32" name="Picture 31">
            <a:extLst>
              <a:ext uri="{FF2B5EF4-FFF2-40B4-BE49-F238E27FC236}">
                <a16:creationId xmlns:a16="http://schemas.microsoft.com/office/drawing/2014/main" id="{EC719443-FB24-9AC2-CFF2-230F19F31E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72556" y="6074126"/>
            <a:ext cx="838169" cy="380986"/>
          </a:xfrm>
          <a:prstGeom prst="rect">
            <a:avLst/>
          </a:prstGeom>
        </p:spPr>
      </p:pic>
      <p:pic>
        <p:nvPicPr>
          <p:cNvPr id="36" name="Picture 35">
            <a:extLst>
              <a:ext uri="{FF2B5EF4-FFF2-40B4-BE49-F238E27FC236}">
                <a16:creationId xmlns:a16="http://schemas.microsoft.com/office/drawing/2014/main" id="{83F5A455-25B4-FC44-5C57-E7FE2E1619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50602" y="6100555"/>
            <a:ext cx="1303211" cy="328966"/>
          </a:xfrm>
          <a:prstGeom prst="rect">
            <a:avLst/>
          </a:prstGeom>
        </p:spPr>
      </p:pic>
      <p:sp>
        <p:nvSpPr>
          <p:cNvPr id="5" name="Text 3">
            <a:extLst>
              <a:ext uri="{FF2B5EF4-FFF2-40B4-BE49-F238E27FC236}">
                <a16:creationId xmlns:a16="http://schemas.microsoft.com/office/drawing/2014/main" id="{7A14D3B9-BCEF-5703-7B9F-EE0F3F6643DB}"/>
              </a:ext>
            </a:extLst>
          </p:cNvPr>
          <p:cNvSpPr/>
          <p:nvPr/>
        </p:nvSpPr>
        <p:spPr>
          <a:xfrm>
            <a:off x="10941051" y="190501"/>
            <a:ext cx="1327151" cy="133351"/>
          </a:xfrm>
          <a:prstGeom prst="rect">
            <a:avLst/>
          </a:prstGeom>
          <a:noFill/>
          <a:ln/>
        </p:spPr>
        <p:txBody>
          <a:bodyPr wrap="square" lIns="0" tIns="0" rIns="0" bIns="0" rtlCol="0" anchor="t"/>
          <a:lstStyle/>
          <a:p>
            <a:pPr marL="0" marR="0" lvl="0" indent="0" algn="l" defTabSz="914400" rtl="0" eaLnBrk="1" fontAlgn="auto" latinLnBrk="0" hangingPunct="1">
              <a:lnSpc>
                <a:spcPts val="988"/>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656670"/>
                </a:solidFill>
                <a:effectLst/>
                <a:uLnTx/>
                <a:uFillTx/>
                <a:latin typeface="Funnel Sans" pitchFamily="34" charset="0"/>
                <a:ea typeface="Funnel Sans" pitchFamily="34" charset="-122"/>
                <a:cs typeface="Funnel Sans" pitchFamily="34" charset="-120"/>
              </a:rPr>
              <a:t>Confidential Deck</a:t>
            </a:r>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 name="Text 4">
            <a:extLst>
              <a:ext uri="{FF2B5EF4-FFF2-40B4-BE49-F238E27FC236}">
                <a16:creationId xmlns:a16="http://schemas.microsoft.com/office/drawing/2014/main" id="{907030B8-A83F-46D8-74A5-B819C06FC151}"/>
              </a:ext>
            </a:extLst>
          </p:cNvPr>
          <p:cNvSpPr/>
          <p:nvPr/>
        </p:nvSpPr>
        <p:spPr>
          <a:xfrm>
            <a:off x="11795533" y="190501"/>
            <a:ext cx="129769" cy="133351"/>
          </a:xfrm>
          <a:prstGeom prst="rect">
            <a:avLst/>
          </a:prstGeom>
          <a:noFill/>
          <a:ln/>
        </p:spPr>
        <p:txBody>
          <a:bodyPr wrap="square" lIns="0" tIns="0" rIns="0" bIns="0" rtlCol="0" anchor="t"/>
          <a:lstStyle/>
          <a:p>
            <a:pPr marL="0" marR="0" lvl="0" indent="0" algn="r" defTabSz="914400" rtl="0" eaLnBrk="1" fontAlgn="auto" latinLnBrk="0" hangingPunct="1">
              <a:lnSpc>
                <a:spcPts val="988"/>
              </a:lnSpc>
              <a:spcBef>
                <a:spcPts val="0"/>
              </a:spcBef>
              <a:spcAft>
                <a:spcPts val="0"/>
              </a:spcAft>
              <a:buClrTx/>
              <a:buSzTx/>
              <a:buFontTx/>
              <a:buNone/>
              <a:tabLst/>
              <a:defRPr/>
            </a:pPr>
            <a:fld id="{ABB28F4D-21C6-C54E-A52C-53105BD84126}" type="slidenum">
              <a:rPr kumimoji="0" lang="en-US" sz="760" b="0" i="0" u="none" strike="noStrike" kern="1200" cap="none" spc="0" normalizeH="0" baseline="0" noProof="0" smtClean="0">
                <a:ln>
                  <a:noFill/>
                </a:ln>
                <a:solidFill>
                  <a:srgbClr val="656670"/>
                </a:solidFill>
                <a:effectLst/>
                <a:uLnTx/>
                <a:uFillTx/>
                <a:latin typeface="Funnel Sans" pitchFamily="34" charset="0"/>
                <a:ea typeface="Funnel Sans" pitchFamily="34" charset="-122"/>
                <a:cs typeface="Funnel Sans" pitchFamily="34" charset="-120"/>
              </a:rPr>
              <a:pPr marL="0" marR="0" lvl="0" indent="0" algn="r" defTabSz="914400" rtl="0" eaLnBrk="1" fontAlgn="auto" latinLnBrk="0" hangingPunct="1">
                <a:lnSpc>
                  <a:spcPts val="988"/>
                </a:lnSpc>
                <a:spcBef>
                  <a:spcPts val="0"/>
                </a:spcBef>
                <a:spcAft>
                  <a:spcPts val="0"/>
                </a:spcAft>
                <a:buClrTx/>
                <a:buSzTx/>
                <a:buFontTx/>
                <a:buNone/>
                <a:tabLst/>
                <a:defRPr/>
              </a:pPr>
              <a:t>8</a:t>
            </a:fld>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10" name="Title 1">
            <a:extLst>
              <a:ext uri="{FF2B5EF4-FFF2-40B4-BE49-F238E27FC236}">
                <a16:creationId xmlns:a16="http://schemas.microsoft.com/office/drawing/2014/main" id="{7DA0E37B-A5EC-CE3D-B227-91579A58A099}"/>
              </a:ext>
            </a:extLst>
          </p:cNvPr>
          <p:cNvSpPr>
            <a:spLocks noGrp="1"/>
          </p:cNvSpPr>
          <p:nvPr>
            <p:ph type="title"/>
          </p:nvPr>
        </p:nvSpPr>
        <p:spPr>
          <a:xfrm>
            <a:off x="261111" y="1346411"/>
            <a:ext cx="11673713" cy="425903"/>
          </a:xfrm>
        </p:spPr>
        <p:txBody>
          <a:bodyPr/>
          <a:lstStyle/>
          <a:p>
            <a:r>
              <a:rPr lang="en-GB" dirty="0"/>
              <a:t>Founded by pioneers in the field of radiopharmaceuticals</a:t>
            </a:r>
            <a:endParaRPr lang="en-US" dirty="0"/>
          </a:p>
        </p:txBody>
      </p:sp>
      <p:sp>
        <p:nvSpPr>
          <p:cNvPr id="11" name="TextBox 10">
            <a:extLst>
              <a:ext uri="{FF2B5EF4-FFF2-40B4-BE49-F238E27FC236}">
                <a16:creationId xmlns:a16="http://schemas.microsoft.com/office/drawing/2014/main" id="{65A9A3FF-AD81-8ACE-9FA5-084736EA7762}"/>
              </a:ext>
            </a:extLst>
          </p:cNvPr>
          <p:cNvSpPr txBox="1"/>
          <p:nvPr/>
        </p:nvSpPr>
        <p:spPr>
          <a:xfrm>
            <a:off x="259874" y="1071722"/>
            <a:ext cx="1045051" cy="2447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000000"/>
                </a:solidFill>
                <a:effectLst/>
                <a:uLnTx/>
                <a:uFillTx/>
                <a:latin typeface="Funnel Sans"/>
                <a:ea typeface="+mn-ea"/>
                <a:cs typeface="+mn-cs"/>
              </a:rPr>
              <a:t>Our Team</a:t>
            </a:r>
          </a:p>
        </p:txBody>
      </p:sp>
    </p:spTree>
    <p:extLst>
      <p:ext uri="{BB962C8B-B14F-4D97-AF65-F5344CB8AC3E}">
        <p14:creationId xmlns:p14="http://schemas.microsoft.com/office/powerpoint/2010/main" val="4131832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0117-1E7F-9CCE-1BDB-AE5BE36EF3EA}"/>
            </a:ext>
          </a:extLst>
        </p:cNvPr>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F6496DFA-CCD3-DF5A-B3C8-F50920AF850D}"/>
              </a:ext>
            </a:extLst>
          </p:cNvPr>
          <p:cNvSpPr/>
          <p:nvPr/>
        </p:nvSpPr>
        <p:spPr>
          <a:xfrm>
            <a:off x="2600460"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1" name="Graphic 57">
            <a:extLst>
              <a:ext uri="{FF2B5EF4-FFF2-40B4-BE49-F238E27FC236}">
                <a16:creationId xmlns:a16="http://schemas.microsoft.com/office/drawing/2014/main" id="{6C65F421-C688-3001-DFE7-C76A891C376C}"/>
              </a:ext>
            </a:extLst>
          </p:cNvPr>
          <p:cNvSpPr/>
          <p:nvPr/>
        </p:nvSpPr>
        <p:spPr>
          <a:xfrm>
            <a:off x="2600460" y="2433848"/>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rgbClr val="D5ED99"/>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4" name="Title 3">
            <a:extLst>
              <a:ext uri="{FF2B5EF4-FFF2-40B4-BE49-F238E27FC236}">
                <a16:creationId xmlns:a16="http://schemas.microsoft.com/office/drawing/2014/main" id="{991AE06A-FF92-6530-2BB3-1D25B2E146C1}"/>
              </a:ext>
            </a:extLst>
          </p:cNvPr>
          <p:cNvSpPr>
            <a:spLocks noGrp="1"/>
          </p:cNvSpPr>
          <p:nvPr>
            <p:ph type="title"/>
          </p:nvPr>
        </p:nvSpPr>
        <p:spPr>
          <a:xfrm>
            <a:off x="261111" y="1389953"/>
            <a:ext cx="11673713" cy="559871"/>
          </a:xfrm>
        </p:spPr>
        <p:txBody>
          <a:bodyPr/>
          <a:lstStyle/>
          <a:p>
            <a:r>
              <a:rPr lang="en-US" spc="-24" dirty="0"/>
              <a:t>World class radiochemistry, peptide chemistry &amp; </a:t>
            </a:r>
            <a:r>
              <a:rPr lang="en-US" spc="-24" dirty="0" err="1"/>
              <a:t>theragnostics</a:t>
            </a:r>
            <a:r>
              <a:rPr lang="en-US" spc="-24" dirty="0"/>
              <a:t> experience</a:t>
            </a:r>
          </a:p>
        </p:txBody>
      </p:sp>
      <p:sp>
        <p:nvSpPr>
          <p:cNvPr id="7" name="TextBox 6">
            <a:extLst>
              <a:ext uri="{FF2B5EF4-FFF2-40B4-BE49-F238E27FC236}">
                <a16:creationId xmlns:a16="http://schemas.microsoft.com/office/drawing/2014/main" id="{3539AD53-EE94-6EEE-96A3-0B3467BB2C27}"/>
              </a:ext>
            </a:extLst>
          </p:cNvPr>
          <p:cNvSpPr txBox="1"/>
          <p:nvPr/>
        </p:nvSpPr>
        <p:spPr>
          <a:xfrm>
            <a:off x="261106" y="1071232"/>
            <a:ext cx="1847094" cy="17838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Team</a:t>
            </a:r>
          </a:p>
        </p:txBody>
      </p:sp>
      <p:pic>
        <p:nvPicPr>
          <p:cNvPr id="12" name="Picture 11">
            <a:extLst>
              <a:ext uri="{FF2B5EF4-FFF2-40B4-BE49-F238E27FC236}">
                <a16:creationId xmlns:a16="http://schemas.microsoft.com/office/drawing/2014/main" id="{3F8ED4FF-C5FC-2CEA-3B5E-29D7294C6512}"/>
              </a:ext>
            </a:extLst>
          </p:cNvPr>
          <p:cNvPicPr>
            <a:picLocks noChangeAspect="1"/>
          </p:cNvPicPr>
          <p:nvPr/>
        </p:nvPicPr>
        <p:blipFill>
          <a:blip r:embed="rId3">
            <a:extLst>
              <a:ext uri="{28A0092B-C50C-407E-A947-70E740481C1C}">
                <a14:useLocalDpi xmlns:a14="http://schemas.microsoft.com/office/drawing/2010/main" val="0"/>
              </a:ext>
            </a:extLst>
          </a:blip>
          <a:srcRect l="5632" t="4129" r="8783" b="10286"/>
          <a:stretch>
            <a:fillRect/>
          </a:stretch>
        </p:blipFill>
        <p:spPr>
          <a:xfrm>
            <a:off x="2726531" y="2688321"/>
            <a:ext cx="904875" cy="904875"/>
          </a:xfrm>
          <a:prstGeom prst="roundRect">
            <a:avLst>
              <a:gd name="adj" fmla="val 10994"/>
            </a:avLst>
          </a:prstGeom>
          <a:solidFill>
            <a:srgbClr val="DED6D3"/>
          </a:solidFill>
        </p:spPr>
      </p:pic>
      <p:sp>
        <p:nvSpPr>
          <p:cNvPr id="18" name="TextBox 17">
            <a:extLst>
              <a:ext uri="{FF2B5EF4-FFF2-40B4-BE49-F238E27FC236}">
                <a16:creationId xmlns:a16="http://schemas.microsoft.com/office/drawing/2014/main" id="{F43960A1-0787-44D9-6EBC-9E1755DBA17B}"/>
              </a:ext>
            </a:extLst>
          </p:cNvPr>
          <p:cNvSpPr txBox="1"/>
          <p:nvPr/>
        </p:nvSpPr>
        <p:spPr>
          <a:xfrm>
            <a:off x="2725321" y="3724252"/>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a:ln>
                  <a:noFill/>
                </a:ln>
                <a:solidFill>
                  <a:srgbClr val="000000"/>
                </a:solidFill>
                <a:effectLst/>
                <a:uLnTx/>
                <a:uFillTx/>
                <a:latin typeface="Funnel Sans"/>
                <a:ea typeface="+mn-ea"/>
                <a:cs typeface="+mn-cs"/>
              </a:rPr>
              <a:t>Tony Silvestri, PhD</a:t>
            </a:r>
            <a:br>
              <a:rPr kumimoji="0" lang="en-US" sz="1200" b="0" i="0" u="none" strike="noStrike" kern="1200" cap="none" spc="-4" normalizeH="0" baseline="0" noProof="0">
                <a:ln>
                  <a:noFill/>
                </a:ln>
                <a:solidFill>
                  <a:srgbClr val="000000"/>
                </a:solidFill>
                <a:effectLst/>
                <a:uLnTx/>
                <a:uFillTx/>
                <a:latin typeface="Funnel Sans"/>
                <a:ea typeface="+mn-ea"/>
                <a:cs typeface="+mn-cs"/>
              </a:rPr>
            </a:br>
            <a:r>
              <a:rPr kumimoji="0" lang="en-US" sz="1200" b="0" i="0" u="none" strike="noStrike" kern="1200" cap="none" spc="-4" normalizeH="0" baseline="0" noProof="0">
                <a:ln>
                  <a:noFill/>
                </a:ln>
                <a:solidFill>
                  <a:srgbClr val="000000"/>
                </a:solidFill>
                <a:effectLst/>
                <a:uLnTx/>
                <a:uFillTx/>
                <a:latin typeface="Funnel Sans"/>
                <a:ea typeface="+mn-ea"/>
                <a:cs typeface="+mn-cs"/>
              </a:rPr>
              <a:t>Head, Medicinal Chemistry</a:t>
            </a:r>
          </a:p>
        </p:txBody>
      </p:sp>
      <p:sp>
        <p:nvSpPr>
          <p:cNvPr id="19" name="TextBox 18">
            <a:extLst>
              <a:ext uri="{FF2B5EF4-FFF2-40B4-BE49-F238E27FC236}">
                <a16:creationId xmlns:a16="http://schemas.microsoft.com/office/drawing/2014/main" id="{F206A580-0433-47DA-54F8-65B4F49C8F11}"/>
              </a:ext>
            </a:extLst>
          </p:cNvPr>
          <p:cNvSpPr txBox="1"/>
          <p:nvPr/>
        </p:nvSpPr>
        <p:spPr>
          <a:xfrm>
            <a:off x="2799138" y="4190975"/>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15 years of peptide</a:t>
            </a:r>
            <a:br>
              <a:rPr kumimoji="0" lang="en-US" sz="1000" b="0" i="0" u="none" strike="noStrike" kern="1200" cap="none" spc="-4" normalizeH="0" baseline="0" noProof="0" dirty="0">
                <a:ln>
                  <a:noFill/>
                </a:ln>
                <a:solidFill>
                  <a:srgbClr val="656670"/>
                </a:solidFill>
                <a:effectLst/>
                <a:uLnTx/>
                <a:uFillTx/>
                <a:latin typeface="Funnel Sans"/>
                <a:ea typeface="+mn-ea"/>
                <a:cs typeface="+mn-cs"/>
              </a:rPr>
            </a:br>
            <a:r>
              <a:rPr kumimoji="0" lang="en-US" sz="1000" b="0" i="0" u="none" strike="noStrike" kern="1200" cap="none" spc="-4" normalizeH="0" baseline="0" noProof="0" dirty="0">
                <a:ln>
                  <a:noFill/>
                </a:ln>
                <a:solidFill>
                  <a:srgbClr val="656670"/>
                </a:solidFill>
                <a:effectLst/>
                <a:uLnTx/>
                <a:uFillTx/>
                <a:latin typeface="Funnel Sans"/>
                <a:ea typeface="+mn-ea"/>
                <a:cs typeface="+mn-cs"/>
              </a:rPr>
              <a:t>chemistry leadership</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Founding scientist at</a:t>
            </a:r>
            <a:br>
              <a:rPr kumimoji="0" lang="en-US" sz="1000" b="0" i="0" u="none" strike="noStrike" kern="1200" cap="none" spc="-4" normalizeH="0" baseline="0" noProof="0" dirty="0">
                <a:ln>
                  <a:noFill/>
                </a:ln>
                <a:solidFill>
                  <a:srgbClr val="656670"/>
                </a:solidFill>
                <a:effectLst/>
                <a:uLnTx/>
                <a:uFillTx/>
                <a:latin typeface="Funnel Sans"/>
                <a:ea typeface="+mn-ea"/>
                <a:cs typeface="+mn-cs"/>
              </a:rPr>
            </a:br>
            <a:r>
              <a:rPr kumimoji="0" lang="en-US" sz="1000" b="0" i="0" u="none" strike="noStrike" kern="1200" cap="none" spc="-4" normalizeH="0" baseline="0" noProof="0" dirty="0">
                <a:ln>
                  <a:noFill/>
                </a:ln>
                <a:solidFill>
                  <a:srgbClr val="656670"/>
                </a:solidFill>
                <a:effectLst/>
                <a:uLnTx/>
                <a:uFillTx/>
                <a:latin typeface="Funnel Sans"/>
                <a:ea typeface="+mn-ea"/>
                <a:cs typeface="+mn-cs"/>
              </a:rPr>
              <a:t>Unnatural Products. Built chemistry platform from inception to 50 person team supporting multiple, &gt;$1B</a:t>
            </a:r>
            <a:br>
              <a:rPr kumimoji="0" lang="en-US" sz="1000" b="0" i="0" u="none" strike="noStrike" kern="1200" cap="none" spc="-4" normalizeH="0" baseline="0" noProof="0" dirty="0">
                <a:ln>
                  <a:noFill/>
                </a:ln>
                <a:solidFill>
                  <a:srgbClr val="656670"/>
                </a:solidFill>
                <a:effectLst/>
                <a:uLnTx/>
                <a:uFillTx/>
                <a:latin typeface="Funnel Sans"/>
                <a:ea typeface="+mn-ea"/>
                <a:cs typeface="+mn-cs"/>
              </a:rPr>
            </a:br>
            <a:r>
              <a:rPr kumimoji="0" lang="en-US" sz="1000" b="0" i="0" u="none" strike="noStrike" kern="1200" cap="none" spc="-4" normalizeH="0" baseline="0" noProof="0" dirty="0">
                <a:ln>
                  <a:noFill/>
                </a:ln>
                <a:solidFill>
                  <a:srgbClr val="656670"/>
                </a:solidFill>
                <a:effectLst/>
                <a:uLnTx/>
                <a:uFillTx/>
                <a:latin typeface="Funnel Sans"/>
                <a:ea typeface="+mn-ea"/>
                <a:cs typeface="+mn-cs"/>
              </a:rPr>
              <a:t>R&amp;D collaborations with</a:t>
            </a:r>
            <a:br>
              <a:rPr kumimoji="0" lang="en-US" sz="1000" b="0" i="0" u="none" strike="noStrike" kern="1200" cap="none" spc="-4" normalizeH="0" baseline="0" noProof="0" dirty="0">
                <a:ln>
                  <a:noFill/>
                </a:ln>
                <a:solidFill>
                  <a:srgbClr val="656670"/>
                </a:solidFill>
                <a:effectLst/>
                <a:uLnTx/>
                <a:uFillTx/>
                <a:latin typeface="Funnel Sans"/>
                <a:ea typeface="+mn-ea"/>
                <a:cs typeface="+mn-cs"/>
              </a:rPr>
            </a:br>
            <a:r>
              <a:rPr kumimoji="0" lang="en-US" sz="1000" b="0" i="0" u="none" strike="noStrike" kern="1200" cap="none" spc="-4" normalizeH="0" baseline="0" noProof="0" dirty="0" err="1">
                <a:ln>
                  <a:noFill/>
                </a:ln>
                <a:solidFill>
                  <a:srgbClr val="656670"/>
                </a:solidFill>
                <a:effectLst/>
                <a:uLnTx/>
                <a:uFillTx/>
                <a:latin typeface="Funnel Sans"/>
                <a:ea typeface="+mn-ea"/>
                <a:cs typeface="+mn-cs"/>
              </a:rPr>
              <a:t>Argenx</a:t>
            </a:r>
            <a:r>
              <a:rPr kumimoji="0" lang="en-US" sz="1000" b="0" i="0" u="none" strike="noStrike" kern="1200" cap="none" spc="-4" normalizeH="0" baseline="0" noProof="0" dirty="0">
                <a:ln>
                  <a:noFill/>
                </a:ln>
                <a:solidFill>
                  <a:srgbClr val="656670"/>
                </a:solidFill>
                <a:effectLst/>
                <a:uLnTx/>
                <a:uFillTx/>
                <a:latin typeface="Funnel Sans"/>
                <a:ea typeface="+mn-ea"/>
                <a:cs typeface="+mn-cs"/>
              </a:rPr>
              <a:t>, Merck, </a:t>
            </a:r>
            <a:r>
              <a:rPr kumimoji="0" lang="en-US" sz="1000" b="0" i="0" u="none" strike="noStrike" kern="1200" cap="none" spc="-4" normalizeH="0" baseline="0" noProof="0" dirty="0" err="1">
                <a:ln>
                  <a:noFill/>
                </a:ln>
                <a:solidFill>
                  <a:srgbClr val="656670"/>
                </a:solidFill>
                <a:effectLst/>
                <a:uLnTx/>
                <a:uFillTx/>
                <a:latin typeface="Funnel Sans"/>
                <a:ea typeface="+mn-ea"/>
                <a:cs typeface="+mn-cs"/>
              </a:rPr>
              <a:t>BridgeBio</a:t>
            </a:r>
            <a:endParaRPr kumimoji="0" lang="en-US" sz="1000" b="0" i="0" u="none" strike="noStrike" kern="1200" cap="none" spc="-4" normalizeH="0" baseline="0" noProof="0" dirty="0">
              <a:ln>
                <a:noFill/>
              </a:ln>
              <a:solidFill>
                <a:srgbClr val="656670"/>
              </a:solidFill>
              <a:effectLst/>
              <a:uLnTx/>
              <a:uFillTx/>
              <a:latin typeface="Funnel Sans"/>
              <a:ea typeface="+mn-ea"/>
              <a:cs typeface="+mn-cs"/>
            </a:endParaRP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PhD in organic chemistry</a:t>
            </a:r>
          </a:p>
        </p:txBody>
      </p:sp>
      <p:cxnSp>
        <p:nvCxnSpPr>
          <p:cNvPr id="28" name="Straight Connector 27">
            <a:extLst>
              <a:ext uri="{FF2B5EF4-FFF2-40B4-BE49-F238E27FC236}">
                <a16:creationId xmlns:a16="http://schemas.microsoft.com/office/drawing/2014/main" id="{87BBBBA9-E06E-C194-B846-629980354CCA}"/>
              </a:ext>
            </a:extLst>
          </p:cNvPr>
          <p:cNvCxnSpPr/>
          <p:nvPr/>
        </p:nvCxnSpPr>
        <p:spPr>
          <a:xfrm>
            <a:off x="2725321" y="6121451"/>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335C5013-A7AE-E8C8-925F-DC2065E31191}"/>
              </a:ext>
            </a:extLst>
          </p:cNvPr>
          <p:cNvGrpSpPr/>
          <p:nvPr/>
        </p:nvGrpSpPr>
        <p:grpSpPr>
          <a:xfrm>
            <a:off x="261105" y="2433848"/>
            <a:ext cx="2205870" cy="4226242"/>
            <a:chOff x="261105" y="2433848"/>
            <a:chExt cx="2205870" cy="4226242"/>
          </a:xfrm>
        </p:grpSpPr>
        <p:sp>
          <p:nvSpPr>
            <p:cNvPr id="55" name="Rectangle: Rounded Corners 54">
              <a:extLst>
                <a:ext uri="{FF2B5EF4-FFF2-40B4-BE49-F238E27FC236}">
                  <a16:creationId xmlns:a16="http://schemas.microsoft.com/office/drawing/2014/main" id="{38BAE9B2-3B53-7F46-DB54-50ED2C519D8B}"/>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9" name="Graphic 57">
              <a:extLst>
                <a:ext uri="{FF2B5EF4-FFF2-40B4-BE49-F238E27FC236}">
                  <a16:creationId xmlns:a16="http://schemas.microsoft.com/office/drawing/2014/main" id="{8B6EAC98-F796-77E4-79C0-671721E39FA6}"/>
                </a:ext>
              </a:extLst>
            </p:cNvPr>
            <p:cNvSpPr/>
            <p:nvPr/>
          </p:nvSpPr>
          <p:spPr>
            <a:xfrm>
              <a:off x="261105" y="2433848"/>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rgbClr val="D5ED99"/>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pic>
          <p:nvPicPr>
            <p:cNvPr id="11" name="Picture 10">
              <a:extLst>
                <a:ext uri="{FF2B5EF4-FFF2-40B4-BE49-F238E27FC236}">
                  <a16:creationId xmlns:a16="http://schemas.microsoft.com/office/drawing/2014/main" id="{9AFB76F0-B326-FF4B-571D-45D12042F150}"/>
                </a:ext>
              </a:extLst>
            </p:cNvPr>
            <p:cNvPicPr>
              <a:picLocks noChangeAspect="1"/>
            </p:cNvPicPr>
            <p:nvPr/>
          </p:nvPicPr>
          <p:blipFill>
            <a:blip r:embed="rId4">
              <a:extLst>
                <a:ext uri="{28A0092B-C50C-407E-A947-70E740481C1C}">
                  <a14:useLocalDpi xmlns:a14="http://schemas.microsoft.com/office/drawing/2010/main" val="0"/>
                </a:ext>
              </a:extLst>
            </a:blip>
            <a:srcRect l="8081" t="-753" r="7928" b="19810"/>
            <a:stretch>
              <a:fillRect/>
            </a:stretch>
          </p:blipFill>
          <p:spPr>
            <a:xfrm>
              <a:off x="411956" y="2685784"/>
              <a:ext cx="904875" cy="904875"/>
            </a:xfrm>
            <a:prstGeom prst="roundRect">
              <a:avLst>
                <a:gd name="adj" fmla="val 10994"/>
              </a:avLst>
            </a:prstGeom>
            <a:solidFill>
              <a:srgbClr val="DED6D3"/>
            </a:solidFill>
          </p:spPr>
        </p:pic>
        <p:sp>
          <p:nvSpPr>
            <p:cNvPr id="16" name="TextBox 15">
              <a:extLst>
                <a:ext uri="{FF2B5EF4-FFF2-40B4-BE49-F238E27FC236}">
                  <a16:creationId xmlns:a16="http://schemas.microsoft.com/office/drawing/2014/main" id="{B3C4BABA-BB74-16CE-C5C7-8D978E07DED1}"/>
                </a:ext>
              </a:extLst>
            </p:cNvPr>
            <p:cNvSpPr txBox="1"/>
            <p:nvPr/>
          </p:nvSpPr>
          <p:spPr>
            <a:xfrm>
              <a:off x="411956" y="3724252"/>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Kirstin Zettlitz, PhD</a:t>
              </a:r>
              <a:br>
                <a:rPr kumimoji="0" lang="en-US" sz="1200" b="0" i="0" u="none" strike="noStrike" kern="1200" cap="none" spc="-4" normalizeH="0" baseline="0" noProof="0" dirty="0">
                  <a:ln>
                    <a:noFill/>
                  </a:ln>
                  <a:solidFill>
                    <a:srgbClr val="000000"/>
                  </a:solidFill>
                  <a:effectLst/>
                  <a:uLnTx/>
                  <a:uFillTx/>
                  <a:latin typeface="Funnel Sans"/>
                  <a:ea typeface="+mn-ea"/>
                  <a:cs typeface="+mn-cs"/>
                </a:rPr>
              </a:br>
              <a:r>
                <a:rPr kumimoji="0" lang="en-US" sz="1200" b="0" i="0" u="none" strike="noStrike" kern="1200" cap="none" spc="-4" normalizeH="0" baseline="0" noProof="0" dirty="0">
                  <a:ln>
                    <a:noFill/>
                  </a:ln>
                  <a:solidFill>
                    <a:srgbClr val="000000"/>
                  </a:solidFill>
                  <a:effectLst/>
                  <a:uLnTx/>
                  <a:uFillTx/>
                  <a:latin typeface="Funnel Sans"/>
                  <a:ea typeface="+mn-ea"/>
                  <a:cs typeface="+mn-cs"/>
                </a:rPr>
                <a:t>Target Biology Lead</a:t>
              </a:r>
            </a:p>
          </p:txBody>
        </p:sp>
        <p:sp>
          <p:nvSpPr>
            <p:cNvPr id="17" name="TextBox 16">
              <a:extLst>
                <a:ext uri="{FF2B5EF4-FFF2-40B4-BE49-F238E27FC236}">
                  <a16:creationId xmlns:a16="http://schemas.microsoft.com/office/drawing/2014/main" id="{83F65782-AD75-F7CD-A041-37BD86D69472}"/>
                </a:ext>
              </a:extLst>
            </p:cNvPr>
            <p:cNvSpPr txBox="1"/>
            <p:nvPr/>
          </p:nvSpPr>
          <p:spPr>
            <a:xfrm>
              <a:off x="485773" y="4190975"/>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20 years of experience in immunology, protein</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engineering &amp; PK</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optimization</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7 years as Asst. Prof.</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focused on Ab-fragment  </a:t>
              </a:r>
              <a:r>
                <a:rPr kumimoji="0" lang="en-US" sz="1000" b="0" i="0" u="none" strike="noStrike" kern="1200" cap="none" spc="-4" normalizeH="0" baseline="0" noProof="0" err="1">
                  <a:ln>
                    <a:noFill/>
                  </a:ln>
                  <a:solidFill>
                    <a:srgbClr val="656670"/>
                  </a:solidFill>
                  <a:effectLst/>
                  <a:uLnTx/>
                  <a:uFillTx/>
                  <a:latin typeface="Funnel Sans"/>
                  <a:ea typeface="+mn-ea"/>
                  <a:cs typeface="+mn-cs"/>
                </a:rPr>
                <a:t>theranostics</a:t>
              </a:r>
              <a:r>
                <a:rPr kumimoji="0" lang="en-US" sz="1000" b="0" i="0" u="none" strike="noStrike" kern="1200" cap="none" spc="-4" normalizeH="0" baseline="0" noProof="0">
                  <a:ln>
                    <a:noFill/>
                  </a:ln>
                  <a:solidFill>
                    <a:srgbClr val="656670"/>
                  </a:solidFill>
                  <a:effectLst/>
                  <a:uLnTx/>
                  <a:uFillTx/>
                  <a:latin typeface="Funnel Sans"/>
                  <a:ea typeface="+mn-ea"/>
                  <a:cs typeface="+mn-cs"/>
                </a:rPr>
                <a:t> (</a:t>
              </a:r>
              <a:r>
                <a:rPr kumimoji="0" lang="en-US" sz="1000" b="0" i="0" u="none" strike="noStrike" kern="1200" cap="none" spc="-4" normalizeH="0" baseline="0" noProof="0" err="1">
                  <a:ln>
                    <a:noFill/>
                  </a:ln>
                  <a:solidFill>
                    <a:srgbClr val="656670"/>
                  </a:solidFill>
                  <a:effectLst/>
                  <a:uLnTx/>
                  <a:uFillTx/>
                  <a:latin typeface="Funnel Sans"/>
                  <a:ea typeface="+mn-ea"/>
                  <a:cs typeface="+mn-cs"/>
                </a:rPr>
                <a:t>immunoPET</a:t>
              </a:r>
              <a:r>
                <a:rPr kumimoji="0" lang="en-US" sz="1000" b="0" i="0" u="none" strike="noStrike" kern="1200" cap="none" spc="-4" normalizeH="0" baseline="0" noProof="0">
                  <a:ln>
                    <a:noFill/>
                  </a:ln>
                  <a:solidFill>
                    <a:srgbClr val="656670"/>
                  </a:solidFill>
                  <a:effectLst/>
                  <a:uLnTx/>
                  <a:uFillTx/>
                  <a:latin typeface="Funnel Sans"/>
                  <a:ea typeface="+mn-ea"/>
                  <a:cs typeface="+mn-cs"/>
                </a:rPr>
                <a:t>, radioimmunotherapy)</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PhD in antibody</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engineering</a:t>
              </a:r>
            </a:p>
          </p:txBody>
        </p:sp>
        <p:cxnSp>
          <p:nvCxnSpPr>
            <p:cNvPr id="27" name="Straight Connector 26">
              <a:extLst>
                <a:ext uri="{FF2B5EF4-FFF2-40B4-BE49-F238E27FC236}">
                  <a16:creationId xmlns:a16="http://schemas.microsoft.com/office/drawing/2014/main" id="{DFEC6D15-0370-684E-B7E2-A894447F4C3C}"/>
                </a:ext>
              </a:extLst>
            </p:cNvPr>
            <p:cNvCxnSpPr/>
            <p:nvPr/>
          </p:nvCxnSpPr>
          <p:spPr>
            <a:xfrm>
              <a:off x="411956" y="6121451"/>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pic>
          <p:nvPicPr>
            <p:cNvPr id="33" name="Picture 32">
              <a:extLst>
                <a:ext uri="{FF2B5EF4-FFF2-40B4-BE49-F238E27FC236}">
                  <a16:creationId xmlns:a16="http://schemas.microsoft.com/office/drawing/2014/main" id="{2448F7F7-21D8-C770-FA62-3AF04B13F7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8616" y="6236246"/>
              <a:ext cx="614806" cy="252394"/>
            </a:xfrm>
            <a:prstGeom prst="rect">
              <a:avLst/>
            </a:prstGeom>
          </p:spPr>
        </p:pic>
        <p:pic>
          <p:nvPicPr>
            <p:cNvPr id="35" name="Picture 34">
              <a:extLst>
                <a:ext uri="{FF2B5EF4-FFF2-40B4-BE49-F238E27FC236}">
                  <a16:creationId xmlns:a16="http://schemas.microsoft.com/office/drawing/2014/main" id="{00843FC4-85BF-074F-EE34-456F2336C2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0306" y="6250535"/>
              <a:ext cx="441313" cy="201607"/>
            </a:xfrm>
            <a:prstGeom prst="rect">
              <a:avLst/>
            </a:prstGeom>
          </p:spPr>
        </p:pic>
        <p:pic>
          <p:nvPicPr>
            <p:cNvPr id="37" name="Picture 36">
              <a:extLst>
                <a:ext uri="{FF2B5EF4-FFF2-40B4-BE49-F238E27FC236}">
                  <a16:creationId xmlns:a16="http://schemas.microsoft.com/office/drawing/2014/main" id="{19284B99-1115-EF48-8541-FDC82CCD5A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08503" y="6285345"/>
              <a:ext cx="744172" cy="166797"/>
            </a:xfrm>
            <a:prstGeom prst="rect">
              <a:avLst/>
            </a:prstGeom>
          </p:spPr>
        </p:pic>
      </p:grpSp>
      <p:pic>
        <p:nvPicPr>
          <p:cNvPr id="39" name="Picture 38">
            <a:extLst>
              <a:ext uri="{FF2B5EF4-FFF2-40B4-BE49-F238E27FC236}">
                <a16:creationId xmlns:a16="http://schemas.microsoft.com/office/drawing/2014/main" id="{AC8E0B7F-414B-5B53-AE40-97B7CFA91ABB}"/>
              </a:ext>
            </a:extLst>
          </p:cNvPr>
          <p:cNvPicPr>
            <a:picLocks noChangeAspect="1"/>
          </p:cNvPicPr>
          <p:nvPr/>
        </p:nvPicPr>
        <p:blipFill>
          <a:blip r:embed="rId8">
            <a:extLst>
              <a:ext uri="{28A0092B-C50C-407E-A947-70E740481C1C}">
                <a14:useLocalDpi xmlns:a14="http://schemas.microsoft.com/office/drawing/2010/main" val="0"/>
              </a:ext>
            </a:extLst>
          </a:blip>
          <a:srcRect l="2573" t="37021" r="2537" b="37018"/>
          <a:stretch>
            <a:fillRect/>
          </a:stretch>
        </p:blipFill>
        <p:spPr>
          <a:xfrm>
            <a:off x="2683669" y="6314496"/>
            <a:ext cx="1047750" cy="150352"/>
          </a:xfrm>
          <a:prstGeom prst="rect">
            <a:avLst/>
          </a:prstGeom>
        </p:spPr>
      </p:pic>
      <p:pic>
        <p:nvPicPr>
          <p:cNvPr id="41" name="Picture 40">
            <a:extLst>
              <a:ext uri="{FF2B5EF4-FFF2-40B4-BE49-F238E27FC236}">
                <a16:creationId xmlns:a16="http://schemas.microsoft.com/office/drawing/2014/main" id="{59E7906C-C6AF-FCB2-F84E-BF916603DDFD}"/>
              </a:ext>
            </a:extLst>
          </p:cNvPr>
          <p:cNvPicPr>
            <a:picLocks noChangeAspect="1"/>
          </p:cNvPicPr>
          <p:nvPr/>
        </p:nvPicPr>
        <p:blipFill>
          <a:blip r:embed="rId9">
            <a:extLst>
              <a:ext uri="{28A0092B-C50C-407E-A947-70E740481C1C}">
                <a14:useLocalDpi xmlns:a14="http://schemas.microsoft.com/office/drawing/2010/main" val="0"/>
              </a:ext>
            </a:extLst>
          </a:blip>
          <a:srcRect l="1614" t="35769" r="615" b="31073"/>
          <a:stretch>
            <a:fillRect/>
          </a:stretch>
        </p:blipFill>
        <p:spPr>
          <a:xfrm>
            <a:off x="3829051" y="6267586"/>
            <a:ext cx="697706" cy="236618"/>
          </a:xfrm>
          <a:prstGeom prst="rect">
            <a:avLst/>
          </a:prstGeom>
        </p:spPr>
      </p:pic>
      <p:sp>
        <p:nvSpPr>
          <p:cNvPr id="5" name="Text 3">
            <a:extLst>
              <a:ext uri="{FF2B5EF4-FFF2-40B4-BE49-F238E27FC236}">
                <a16:creationId xmlns:a16="http://schemas.microsoft.com/office/drawing/2014/main" id="{3DD93714-45A8-EAB0-7133-63F9428E276B}"/>
              </a:ext>
            </a:extLst>
          </p:cNvPr>
          <p:cNvSpPr/>
          <p:nvPr/>
        </p:nvSpPr>
        <p:spPr>
          <a:xfrm>
            <a:off x="10941051" y="190501"/>
            <a:ext cx="1327151" cy="133351"/>
          </a:xfrm>
          <a:prstGeom prst="rect">
            <a:avLst/>
          </a:prstGeom>
          <a:noFill/>
          <a:ln/>
        </p:spPr>
        <p:txBody>
          <a:bodyPr wrap="square" lIns="0" tIns="0" rIns="0" bIns="0" rtlCol="0" anchor="t"/>
          <a:lstStyle/>
          <a:p>
            <a:pPr marL="0" marR="0" lvl="0" indent="0" algn="l" defTabSz="914400" rtl="0" eaLnBrk="1" fontAlgn="auto" latinLnBrk="0" hangingPunct="1">
              <a:lnSpc>
                <a:spcPts val="988"/>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656670"/>
                </a:solidFill>
                <a:effectLst/>
                <a:uLnTx/>
                <a:uFillTx/>
                <a:latin typeface="Funnel Sans" pitchFamily="34" charset="0"/>
                <a:ea typeface="Funnel Sans" pitchFamily="34" charset="-122"/>
                <a:cs typeface="Funnel Sans" pitchFamily="34" charset="-120"/>
              </a:rPr>
              <a:t>Confidential Deck</a:t>
            </a:r>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 name="Text 4">
            <a:extLst>
              <a:ext uri="{FF2B5EF4-FFF2-40B4-BE49-F238E27FC236}">
                <a16:creationId xmlns:a16="http://schemas.microsoft.com/office/drawing/2014/main" id="{2064FA04-8D92-E635-F214-A830A885ADB3}"/>
              </a:ext>
            </a:extLst>
          </p:cNvPr>
          <p:cNvSpPr/>
          <p:nvPr/>
        </p:nvSpPr>
        <p:spPr>
          <a:xfrm>
            <a:off x="11795533" y="190501"/>
            <a:ext cx="129769" cy="133351"/>
          </a:xfrm>
          <a:prstGeom prst="rect">
            <a:avLst/>
          </a:prstGeom>
          <a:noFill/>
          <a:ln/>
        </p:spPr>
        <p:txBody>
          <a:bodyPr wrap="square" lIns="0" tIns="0" rIns="0" bIns="0" rtlCol="0" anchor="t"/>
          <a:lstStyle/>
          <a:p>
            <a:pPr marL="0" marR="0" lvl="0" indent="0" algn="r" defTabSz="914400" rtl="0" eaLnBrk="1" fontAlgn="auto" latinLnBrk="0" hangingPunct="1">
              <a:lnSpc>
                <a:spcPts val="988"/>
              </a:lnSpc>
              <a:spcBef>
                <a:spcPts val="0"/>
              </a:spcBef>
              <a:spcAft>
                <a:spcPts val="0"/>
              </a:spcAft>
              <a:buClrTx/>
              <a:buSzTx/>
              <a:buFontTx/>
              <a:buNone/>
              <a:tabLst/>
              <a:defRPr/>
            </a:pPr>
            <a:fld id="{ABB28F4D-21C6-C54E-A52C-53105BD84126}" type="slidenum">
              <a:rPr kumimoji="0" lang="en-US" sz="760" b="0" i="0" u="none" strike="noStrike" kern="1200" cap="none" spc="0" normalizeH="0" baseline="0" noProof="0" smtClean="0">
                <a:ln>
                  <a:noFill/>
                </a:ln>
                <a:solidFill>
                  <a:srgbClr val="656670"/>
                </a:solidFill>
                <a:effectLst/>
                <a:uLnTx/>
                <a:uFillTx/>
                <a:latin typeface="Funnel Sans" pitchFamily="34" charset="0"/>
                <a:ea typeface="Funnel Sans" pitchFamily="34" charset="-122"/>
                <a:cs typeface="Funnel Sans" pitchFamily="34" charset="-120"/>
              </a:rPr>
              <a:pPr marL="0" marR="0" lvl="0" indent="0" algn="r" defTabSz="914400" rtl="0" eaLnBrk="1" fontAlgn="auto" latinLnBrk="0" hangingPunct="1">
                <a:lnSpc>
                  <a:spcPts val="988"/>
                </a:lnSpc>
                <a:spcBef>
                  <a:spcPts val="0"/>
                </a:spcBef>
                <a:spcAft>
                  <a:spcPts val="0"/>
                </a:spcAft>
                <a:buClrTx/>
                <a:buSzTx/>
                <a:buFontTx/>
                <a:buNone/>
                <a:tabLst/>
                <a:defRPr/>
              </a:pPr>
              <a:t>9</a:t>
            </a:fld>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grpSp>
        <p:nvGrpSpPr>
          <p:cNvPr id="14" name="Group 13">
            <a:extLst>
              <a:ext uri="{FF2B5EF4-FFF2-40B4-BE49-F238E27FC236}">
                <a16:creationId xmlns:a16="http://schemas.microsoft.com/office/drawing/2014/main" id="{269D9D1A-618B-8C21-6F0F-992C7564A1F7}"/>
              </a:ext>
            </a:extLst>
          </p:cNvPr>
          <p:cNvGrpSpPr/>
          <p:nvPr/>
        </p:nvGrpSpPr>
        <p:grpSpPr>
          <a:xfrm>
            <a:off x="9648109" y="2441257"/>
            <a:ext cx="2205870" cy="4226242"/>
            <a:chOff x="9648109" y="2441257"/>
            <a:chExt cx="2205870" cy="4226242"/>
          </a:xfrm>
        </p:grpSpPr>
        <p:sp>
          <p:nvSpPr>
            <p:cNvPr id="66" name="Rectangle: Rounded Corners 65">
              <a:extLst>
                <a:ext uri="{FF2B5EF4-FFF2-40B4-BE49-F238E27FC236}">
                  <a16:creationId xmlns:a16="http://schemas.microsoft.com/office/drawing/2014/main" id="{8E2CD69F-B0FA-06F7-A23B-FB9FE9EF8AEF}"/>
                </a:ext>
              </a:extLst>
            </p:cNvPr>
            <p:cNvSpPr/>
            <p:nvPr/>
          </p:nvSpPr>
          <p:spPr>
            <a:xfrm>
              <a:off x="9648109"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unnel Sans"/>
                <a:ea typeface="+mn-ea"/>
                <a:cs typeface="+mn-cs"/>
              </a:endParaRPr>
            </a:p>
          </p:txBody>
        </p:sp>
        <p:sp>
          <p:nvSpPr>
            <p:cNvPr id="67" name="Graphic 57">
              <a:extLst>
                <a:ext uri="{FF2B5EF4-FFF2-40B4-BE49-F238E27FC236}">
                  <a16:creationId xmlns:a16="http://schemas.microsoft.com/office/drawing/2014/main" id="{61CC488B-79D5-27B4-E25D-5E051D869446}"/>
                </a:ext>
              </a:extLst>
            </p:cNvPr>
            <p:cNvSpPr/>
            <p:nvPr/>
          </p:nvSpPr>
          <p:spPr>
            <a:xfrm>
              <a:off x="9648109"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24" name="TextBox 23">
              <a:extLst>
                <a:ext uri="{FF2B5EF4-FFF2-40B4-BE49-F238E27FC236}">
                  <a16:creationId xmlns:a16="http://schemas.microsoft.com/office/drawing/2014/main" id="{F4493F6B-9839-6F26-FFF6-768CA3397A11}"/>
                </a:ext>
              </a:extLst>
            </p:cNvPr>
            <p:cNvSpPr txBox="1"/>
            <p:nvPr/>
          </p:nvSpPr>
          <p:spPr>
            <a:xfrm>
              <a:off x="9811942"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Austin Prater, PhD</a:t>
              </a:r>
              <a:br>
                <a:rPr kumimoji="0" lang="en-US" sz="1200" b="0" i="0" u="none" strike="noStrike" kern="1200" cap="none" spc="-4" normalizeH="0" baseline="0" noProof="0" dirty="0">
                  <a:ln>
                    <a:noFill/>
                  </a:ln>
                  <a:solidFill>
                    <a:srgbClr val="000000"/>
                  </a:solidFill>
                  <a:effectLst/>
                  <a:uLnTx/>
                  <a:uFillTx/>
                  <a:latin typeface="Funnel Sans"/>
                  <a:ea typeface="+mn-ea"/>
                  <a:cs typeface="+mn-cs"/>
                </a:rPr>
              </a:br>
              <a:r>
                <a:rPr kumimoji="0" lang="en-US" sz="1200" b="0" i="0" u="none" strike="noStrike" kern="1200" cap="none" spc="-4" normalizeH="0" baseline="0" noProof="0" dirty="0">
                  <a:ln>
                    <a:noFill/>
                  </a:ln>
                  <a:solidFill>
                    <a:srgbClr val="000000"/>
                  </a:solidFill>
                  <a:effectLst/>
                  <a:uLnTx/>
                  <a:uFillTx/>
                  <a:latin typeface="Funnel Sans"/>
                  <a:ea typeface="+mn-ea"/>
                  <a:cs typeface="+mn-cs"/>
                </a:rPr>
                <a:t>Sr. Scientist, RLT</a:t>
              </a:r>
            </a:p>
          </p:txBody>
        </p:sp>
        <p:sp>
          <p:nvSpPr>
            <p:cNvPr id="25" name="TextBox 24">
              <a:extLst>
                <a:ext uri="{FF2B5EF4-FFF2-40B4-BE49-F238E27FC236}">
                  <a16:creationId xmlns:a16="http://schemas.microsoft.com/office/drawing/2014/main" id="{C8F5C7A3-3F22-6EEC-B90F-C8304E2A267E}"/>
                </a:ext>
              </a:extLst>
            </p:cNvPr>
            <p:cNvSpPr txBox="1"/>
            <p:nvPr/>
          </p:nvSpPr>
          <p:spPr>
            <a:xfrm>
              <a:off x="9885759"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Sr. Scientist at </a:t>
              </a:r>
              <a:r>
                <a:rPr kumimoji="0" lang="en-US" sz="1000" b="0" i="0" u="none" strike="noStrike" kern="1200" cap="none" spc="-4" normalizeH="0" baseline="0" noProof="0" dirty="0" err="1">
                  <a:ln>
                    <a:noFill/>
                  </a:ln>
                  <a:solidFill>
                    <a:srgbClr val="656670"/>
                  </a:solidFill>
                  <a:effectLst/>
                  <a:uLnTx/>
                  <a:uFillTx/>
                  <a:latin typeface="Funnel Sans"/>
                  <a:ea typeface="+mn-ea"/>
                  <a:cs typeface="+mn-cs"/>
                </a:rPr>
                <a:t>BigHat</a:t>
              </a:r>
              <a:r>
                <a:rPr kumimoji="0" lang="en-US" sz="1000" b="0" i="0" u="none" strike="noStrike" kern="1200" cap="none" spc="-4" normalizeH="0" baseline="0" noProof="0" dirty="0">
                  <a:ln>
                    <a:noFill/>
                  </a:ln>
                  <a:solidFill>
                    <a:srgbClr val="656670"/>
                  </a:solidFill>
                  <a:effectLst/>
                  <a:uLnTx/>
                  <a:uFillTx/>
                  <a:latin typeface="Funnel Sans"/>
                  <a:ea typeface="+mn-ea"/>
                  <a:cs typeface="+mn-cs"/>
                </a:rPr>
                <a:t> Biosciences; built phage display platform for pharma partnerships</a:t>
              </a:r>
            </a:p>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Radiolabeled peptides &amp; antibodies with Ga-67, Lu-177, Cu-64 for SPECT/CT</a:t>
              </a:r>
            </a:p>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PhD biochemistry, Univ of Missouri</a:t>
              </a:r>
            </a:p>
          </p:txBody>
        </p:sp>
        <p:cxnSp>
          <p:nvCxnSpPr>
            <p:cNvPr id="31" name="Straight Connector 30">
              <a:extLst>
                <a:ext uri="{FF2B5EF4-FFF2-40B4-BE49-F238E27FC236}">
                  <a16:creationId xmlns:a16="http://schemas.microsoft.com/office/drawing/2014/main" id="{2DB4CBBC-5B64-F290-0D38-2C63BB4BE6C6}"/>
                </a:ext>
              </a:extLst>
            </p:cNvPr>
            <p:cNvCxnSpPr/>
            <p:nvPr/>
          </p:nvCxnSpPr>
          <p:spPr>
            <a:xfrm>
              <a:off x="9811942"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9CC738FE-0E15-8ABB-F651-D307C2EBD5AA}"/>
              </a:ext>
            </a:extLst>
          </p:cNvPr>
          <p:cNvGrpSpPr/>
          <p:nvPr/>
        </p:nvGrpSpPr>
        <p:grpSpPr>
          <a:xfrm>
            <a:off x="4954607" y="2441257"/>
            <a:ext cx="2205870" cy="4226242"/>
            <a:chOff x="5042496" y="2441257"/>
            <a:chExt cx="2205870" cy="4226242"/>
          </a:xfrm>
        </p:grpSpPr>
        <p:sp>
          <p:nvSpPr>
            <p:cNvPr id="62" name="Rectangle: Rounded Corners 61">
              <a:extLst>
                <a:ext uri="{FF2B5EF4-FFF2-40B4-BE49-F238E27FC236}">
                  <a16:creationId xmlns:a16="http://schemas.microsoft.com/office/drawing/2014/main" id="{9D4D8443-39A9-B73E-21D4-C569CA7614C8}"/>
                </a:ext>
              </a:extLst>
            </p:cNvPr>
            <p:cNvSpPr/>
            <p:nvPr/>
          </p:nvSpPr>
          <p:spPr>
            <a:xfrm>
              <a:off x="5042496"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3" name="Graphic 57">
              <a:extLst>
                <a:ext uri="{FF2B5EF4-FFF2-40B4-BE49-F238E27FC236}">
                  <a16:creationId xmlns:a16="http://schemas.microsoft.com/office/drawing/2014/main" id="{51BD7C8D-5CD8-DFD0-FA6F-E67581829937}"/>
                </a:ext>
              </a:extLst>
            </p:cNvPr>
            <p:cNvSpPr/>
            <p:nvPr/>
          </p:nvSpPr>
          <p:spPr>
            <a:xfrm>
              <a:off x="5042496"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20" name="TextBox 19">
              <a:extLst>
                <a:ext uri="{FF2B5EF4-FFF2-40B4-BE49-F238E27FC236}">
                  <a16:creationId xmlns:a16="http://schemas.microsoft.com/office/drawing/2014/main" id="{E1832C00-1314-51CC-12CD-217480762AE1}"/>
                </a:ext>
              </a:extLst>
            </p:cNvPr>
            <p:cNvSpPr txBox="1"/>
            <p:nvPr/>
          </p:nvSpPr>
          <p:spPr>
            <a:xfrm>
              <a:off x="5198268"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Anders Eliasen, PhD</a:t>
              </a:r>
              <a:br>
                <a:rPr kumimoji="0" lang="en-US" sz="1200" b="0" i="0" u="none" strike="noStrike" kern="1200" cap="none" spc="-4" normalizeH="0" baseline="0" noProof="0" dirty="0">
                  <a:ln>
                    <a:noFill/>
                  </a:ln>
                  <a:solidFill>
                    <a:srgbClr val="000000"/>
                  </a:solidFill>
                  <a:effectLst/>
                  <a:uLnTx/>
                  <a:uFillTx/>
                  <a:latin typeface="Funnel Sans"/>
                  <a:ea typeface="+mn-ea"/>
                  <a:cs typeface="+mn-cs"/>
                </a:rPr>
              </a:br>
              <a:r>
                <a:rPr kumimoji="0" lang="en-US" sz="1200" b="0" i="0" u="none" strike="noStrike" kern="1200" cap="none" spc="-4" normalizeH="0" baseline="0" noProof="0" dirty="0">
                  <a:ln>
                    <a:noFill/>
                  </a:ln>
                  <a:solidFill>
                    <a:srgbClr val="000000"/>
                  </a:solidFill>
                  <a:effectLst/>
                  <a:uLnTx/>
                  <a:uFillTx/>
                  <a:latin typeface="Funnel Sans"/>
                  <a:ea typeface="+mn-ea"/>
                  <a:cs typeface="+mn-cs"/>
                </a:rPr>
                <a:t>Sr. Medicinal Chemist</a:t>
              </a:r>
            </a:p>
          </p:txBody>
        </p:sp>
        <p:sp>
          <p:nvSpPr>
            <p:cNvPr id="21" name="TextBox 20">
              <a:extLst>
                <a:ext uri="{FF2B5EF4-FFF2-40B4-BE49-F238E27FC236}">
                  <a16:creationId xmlns:a16="http://schemas.microsoft.com/office/drawing/2014/main" id="{BDC17720-253C-8A1A-40A7-431504F1D6BE}"/>
                </a:ext>
              </a:extLst>
            </p:cNvPr>
            <p:cNvSpPr txBox="1"/>
            <p:nvPr/>
          </p:nvSpPr>
          <p:spPr>
            <a:xfrm>
              <a:off x="5272085"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Principal Scientist at Regeneron leading peptide &amp; bioconjugation team across 8 programs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Sr. Scientist at INDI Molecular; owned CMC for first pre-IND FDA package</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Postdoc at Calibr-Scripps; PhD in chemistry, UT Austin</a:t>
              </a:r>
            </a:p>
          </p:txBody>
        </p:sp>
        <p:cxnSp>
          <p:nvCxnSpPr>
            <p:cNvPr id="29" name="Straight Connector 28">
              <a:extLst>
                <a:ext uri="{FF2B5EF4-FFF2-40B4-BE49-F238E27FC236}">
                  <a16:creationId xmlns:a16="http://schemas.microsoft.com/office/drawing/2014/main" id="{77EDA8E4-AAD3-8F8A-AE75-6E79999B0422}"/>
                </a:ext>
              </a:extLst>
            </p:cNvPr>
            <p:cNvCxnSpPr/>
            <p:nvPr/>
          </p:nvCxnSpPr>
          <p:spPr>
            <a:xfrm>
              <a:off x="5198268"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8C699F4B-6F81-033D-9082-69AEC8AEFE99}"/>
              </a:ext>
            </a:extLst>
          </p:cNvPr>
          <p:cNvGrpSpPr/>
          <p:nvPr/>
        </p:nvGrpSpPr>
        <p:grpSpPr>
          <a:xfrm>
            <a:off x="7301358" y="2441257"/>
            <a:ext cx="2205870" cy="4226242"/>
            <a:chOff x="7350358" y="2441257"/>
            <a:chExt cx="2205870" cy="4226242"/>
          </a:xfrm>
        </p:grpSpPr>
        <p:sp>
          <p:nvSpPr>
            <p:cNvPr id="64" name="Rectangle: Rounded Corners 63">
              <a:extLst>
                <a:ext uri="{FF2B5EF4-FFF2-40B4-BE49-F238E27FC236}">
                  <a16:creationId xmlns:a16="http://schemas.microsoft.com/office/drawing/2014/main" id="{DB904D24-A73A-114E-78CE-80A9C3644232}"/>
                </a:ext>
              </a:extLst>
            </p:cNvPr>
            <p:cNvSpPr/>
            <p:nvPr/>
          </p:nvSpPr>
          <p:spPr>
            <a:xfrm>
              <a:off x="7350358"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5" name="Graphic 57">
              <a:extLst>
                <a:ext uri="{FF2B5EF4-FFF2-40B4-BE49-F238E27FC236}">
                  <a16:creationId xmlns:a16="http://schemas.microsoft.com/office/drawing/2014/main" id="{8513C72E-1317-E63E-235F-B3E128CAF01C}"/>
                </a:ext>
              </a:extLst>
            </p:cNvPr>
            <p:cNvSpPr/>
            <p:nvPr/>
          </p:nvSpPr>
          <p:spPr>
            <a:xfrm>
              <a:off x="7350358"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22" name="TextBox 21">
              <a:extLst>
                <a:ext uri="{FF2B5EF4-FFF2-40B4-BE49-F238E27FC236}">
                  <a16:creationId xmlns:a16="http://schemas.microsoft.com/office/drawing/2014/main" id="{CB0DB7B3-5E2A-54DE-1094-26D2A73EE096}"/>
                </a:ext>
              </a:extLst>
            </p:cNvPr>
            <p:cNvSpPr txBox="1"/>
            <p:nvPr/>
          </p:nvSpPr>
          <p:spPr>
            <a:xfrm>
              <a:off x="7505700"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Brandon Buckway, PhD</a:t>
              </a:r>
              <a:br>
                <a:rPr kumimoji="0" lang="en-US" sz="1200" b="0" i="0" u="none" strike="noStrike" kern="1200" cap="none" spc="-4" normalizeH="0" baseline="0" noProof="0" dirty="0">
                  <a:ln>
                    <a:noFill/>
                  </a:ln>
                  <a:solidFill>
                    <a:srgbClr val="000000"/>
                  </a:solidFill>
                  <a:effectLst/>
                  <a:uLnTx/>
                  <a:uFillTx/>
                  <a:latin typeface="Funnel Sans"/>
                  <a:ea typeface="+mn-ea"/>
                  <a:cs typeface="+mn-cs"/>
                </a:rPr>
              </a:br>
              <a:r>
                <a:rPr kumimoji="0" lang="en-US" sz="1200" b="0" i="0" u="none" strike="noStrike" kern="1200" cap="none" spc="-4" normalizeH="0" baseline="0" noProof="0" dirty="0">
                  <a:ln>
                    <a:noFill/>
                  </a:ln>
                  <a:solidFill>
                    <a:srgbClr val="000000"/>
                  </a:solidFill>
                  <a:effectLst/>
                  <a:uLnTx/>
                  <a:uFillTx/>
                  <a:latin typeface="Funnel Sans"/>
                  <a:ea typeface="+mn-ea"/>
                  <a:cs typeface="+mn-cs"/>
                </a:rPr>
                <a:t>Head of Radiochemistry</a:t>
              </a:r>
            </a:p>
          </p:txBody>
        </p:sp>
        <p:sp>
          <p:nvSpPr>
            <p:cNvPr id="23" name="TextBox 22">
              <a:extLst>
                <a:ext uri="{FF2B5EF4-FFF2-40B4-BE49-F238E27FC236}">
                  <a16:creationId xmlns:a16="http://schemas.microsoft.com/office/drawing/2014/main" id="{E9B0DF65-2E3B-33E6-58D3-2685F3BD76E4}"/>
                </a:ext>
              </a:extLst>
            </p:cNvPr>
            <p:cNvSpPr txBox="1"/>
            <p:nvPr/>
          </p:nvSpPr>
          <p:spPr>
            <a:xfrm>
              <a:off x="7579517"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20 years in clinical radiopharmaceutical supply</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Instrumental in FDA approval &amp; manufacturing of 5 radiopharmaceuticals in Utah; Fluorodeoxyglucose, Vizamyl, Axumin, Pylarify, and Posluma</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PhD in radiochemistry</a:t>
              </a:r>
            </a:p>
          </p:txBody>
        </p:sp>
        <p:cxnSp>
          <p:nvCxnSpPr>
            <p:cNvPr id="30" name="Straight Connector 29">
              <a:extLst>
                <a:ext uri="{FF2B5EF4-FFF2-40B4-BE49-F238E27FC236}">
                  <a16:creationId xmlns:a16="http://schemas.microsoft.com/office/drawing/2014/main" id="{7B4297E1-6A3A-052F-09DE-A6E9EDD597BE}"/>
                </a:ext>
              </a:extLst>
            </p:cNvPr>
            <p:cNvCxnSpPr/>
            <p:nvPr/>
          </p:nvCxnSpPr>
          <p:spPr>
            <a:xfrm>
              <a:off x="7505700"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pic>
          <p:nvPicPr>
            <p:cNvPr id="52" name="Picture 51">
              <a:extLst>
                <a:ext uri="{FF2B5EF4-FFF2-40B4-BE49-F238E27FC236}">
                  <a16:creationId xmlns:a16="http://schemas.microsoft.com/office/drawing/2014/main" id="{7ED768C9-51C8-8505-4985-44DF35A6049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560387" y="6292754"/>
              <a:ext cx="756526" cy="214561"/>
            </a:xfrm>
            <a:prstGeom prst="rect">
              <a:avLst/>
            </a:prstGeom>
          </p:spPr>
        </p:pic>
        <p:pic>
          <p:nvPicPr>
            <p:cNvPr id="54" name="Picture 53">
              <a:extLst>
                <a:ext uri="{FF2B5EF4-FFF2-40B4-BE49-F238E27FC236}">
                  <a16:creationId xmlns:a16="http://schemas.microsoft.com/office/drawing/2014/main" id="{E0B5493D-B569-8537-9A2F-7968332C4E0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418905" y="6292754"/>
              <a:ext cx="976001" cy="208561"/>
            </a:xfrm>
            <a:prstGeom prst="rect">
              <a:avLst/>
            </a:prstGeom>
          </p:spPr>
        </p:pic>
        <p:pic>
          <p:nvPicPr>
            <p:cNvPr id="13" name="Picture 12">
              <a:extLst>
                <a:ext uri="{FF2B5EF4-FFF2-40B4-BE49-F238E27FC236}">
                  <a16:creationId xmlns:a16="http://schemas.microsoft.com/office/drawing/2014/main" id="{7C86F97A-BFF7-D573-E78E-9C678392E72B}"/>
                </a:ext>
              </a:extLst>
            </p:cNvPr>
            <p:cNvPicPr>
              <a:picLocks noChangeAspect="1"/>
            </p:cNvPicPr>
            <p:nvPr/>
          </p:nvPicPr>
          <p:blipFill>
            <a:blip r:embed="rId12">
              <a:extLst>
                <a:ext uri="{28A0092B-C50C-407E-A947-70E740481C1C}">
                  <a14:useLocalDpi xmlns:a14="http://schemas.microsoft.com/office/drawing/2010/main" val="0"/>
                </a:ext>
              </a:extLst>
            </a:blip>
            <a:srcRect l="1515" r="1515"/>
            <a:stretch/>
          </p:blipFill>
          <p:spPr>
            <a:xfrm>
              <a:off x="7539719" y="2693193"/>
              <a:ext cx="904674" cy="904875"/>
            </a:xfrm>
            <a:prstGeom prst="roundRect">
              <a:avLst>
                <a:gd name="adj" fmla="val 10994"/>
              </a:avLst>
            </a:prstGeom>
            <a:solidFill>
              <a:srgbClr val="DED6D3"/>
            </a:solidFill>
          </p:spPr>
        </p:pic>
      </p:grpSp>
      <p:pic>
        <p:nvPicPr>
          <p:cNvPr id="8" name="Picture 2" descr="Indi Molecular, Inc. logo">
            <a:extLst>
              <a:ext uri="{FF2B5EF4-FFF2-40B4-BE49-F238E27FC236}">
                <a16:creationId xmlns:a16="http://schemas.microsoft.com/office/drawing/2014/main" id="{F6A7AE64-021F-D543-2681-EE388F70905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72072" y="6148842"/>
            <a:ext cx="496383" cy="4963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Blue and orange text on a black background  AI-generated content may be incorrect.">
            <a:extLst>
              <a:ext uri="{FF2B5EF4-FFF2-40B4-BE49-F238E27FC236}">
                <a16:creationId xmlns:a16="http://schemas.microsoft.com/office/drawing/2014/main" id="{ED8D0BE4-F142-0450-E816-8C3157C2CBD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083569" y="6285345"/>
            <a:ext cx="890448" cy="298891"/>
          </a:xfrm>
          <a:prstGeom prst="rect">
            <a:avLst/>
          </a:prstGeom>
        </p:spPr>
      </p:pic>
      <p:pic>
        <p:nvPicPr>
          <p:cNvPr id="40" name="Picture 12" descr="University of Missouri logo">
            <a:extLst>
              <a:ext uri="{FF2B5EF4-FFF2-40B4-BE49-F238E27FC236}">
                <a16:creationId xmlns:a16="http://schemas.microsoft.com/office/drawing/2014/main" id="{50BEC971-CFAD-E7DC-0750-3358D25CB73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160383" y="6181256"/>
            <a:ext cx="439038" cy="43903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BigHat Biosciences logo">
            <a:extLst>
              <a:ext uri="{FF2B5EF4-FFF2-40B4-BE49-F238E27FC236}">
                <a16:creationId xmlns:a16="http://schemas.microsoft.com/office/drawing/2014/main" id="{E8A54DE3-C96C-A537-63FC-71256CC7775D}"/>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14477" t="10383" r="11089" b="10437"/>
          <a:stretch>
            <a:fillRect/>
          </a:stretch>
        </p:blipFill>
        <p:spPr bwMode="auto">
          <a:xfrm>
            <a:off x="10941051" y="6176577"/>
            <a:ext cx="439038" cy="46703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20B4C49F-622D-A93C-84C5-EFCDE50A807E}"/>
              </a:ext>
            </a:extLst>
          </p:cNvPr>
          <p:cNvPicPr>
            <a:picLocks noChangeAspect="1"/>
          </p:cNvPicPr>
          <p:nvPr/>
        </p:nvPicPr>
        <p:blipFill>
          <a:blip r:embed="rId17"/>
          <a:stretch>
            <a:fillRect/>
          </a:stretch>
        </p:blipFill>
        <p:spPr>
          <a:xfrm>
            <a:off x="5083569" y="2687940"/>
            <a:ext cx="902562" cy="905256"/>
          </a:xfrm>
          <a:prstGeom prst="roundRect">
            <a:avLst>
              <a:gd name="adj" fmla="val 10060"/>
            </a:avLst>
          </a:prstGeom>
        </p:spPr>
      </p:pic>
      <p:pic>
        <p:nvPicPr>
          <p:cNvPr id="46" name="Picture 45">
            <a:extLst>
              <a:ext uri="{FF2B5EF4-FFF2-40B4-BE49-F238E27FC236}">
                <a16:creationId xmlns:a16="http://schemas.microsoft.com/office/drawing/2014/main" id="{8EF5A624-B40A-BBEC-CAD7-4D2D28CDA53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802001" y="2687940"/>
            <a:ext cx="905256" cy="905256"/>
          </a:xfrm>
          <a:prstGeom prst="roundRect">
            <a:avLst>
              <a:gd name="adj" fmla="val 11177"/>
            </a:avLst>
          </a:prstGeom>
        </p:spPr>
      </p:pic>
    </p:spTree>
    <p:extLst>
      <p:ext uri="{BB962C8B-B14F-4D97-AF65-F5344CB8AC3E}">
        <p14:creationId xmlns:p14="http://schemas.microsoft.com/office/powerpoint/2010/main" val="229868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AA28E590-9F1B-6D3C-AF69-8CF653DAB64A}"/>
              </a:ext>
            </a:extLst>
          </p:cNvPr>
          <p:cNvSpPr/>
          <p:nvPr/>
        </p:nvSpPr>
        <p:spPr>
          <a:xfrm>
            <a:off x="2600460"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1" name="Graphic 57">
            <a:extLst>
              <a:ext uri="{FF2B5EF4-FFF2-40B4-BE49-F238E27FC236}">
                <a16:creationId xmlns:a16="http://schemas.microsoft.com/office/drawing/2014/main" id="{0A87FFF6-32A7-BC16-3173-9488162451EE}"/>
              </a:ext>
            </a:extLst>
          </p:cNvPr>
          <p:cNvSpPr/>
          <p:nvPr/>
        </p:nvSpPr>
        <p:spPr>
          <a:xfrm>
            <a:off x="2600460" y="2433848"/>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rgbClr val="D5ED99"/>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4" name="Title 3">
            <a:extLst>
              <a:ext uri="{FF2B5EF4-FFF2-40B4-BE49-F238E27FC236}">
                <a16:creationId xmlns:a16="http://schemas.microsoft.com/office/drawing/2014/main" id="{94B78B42-430F-3BE5-3F8D-A1A2427EBB97}"/>
              </a:ext>
            </a:extLst>
          </p:cNvPr>
          <p:cNvSpPr>
            <a:spLocks noGrp="1"/>
          </p:cNvSpPr>
          <p:nvPr>
            <p:ph type="title"/>
          </p:nvPr>
        </p:nvSpPr>
        <p:spPr>
          <a:xfrm>
            <a:off x="261111" y="1389953"/>
            <a:ext cx="11673713" cy="559871"/>
          </a:xfrm>
        </p:spPr>
        <p:txBody>
          <a:bodyPr/>
          <a:lstStyle/>
          <a:p>
            <a:r>
              <a:rPr lang="en-US" spc="-24" dirty="0"/>
              <a:t>Operational team with deep experience building successful, ML/AI native companies</a:t>
            </a:r>
          </a:p>
        </p:txBody>
      </p:sp>
      <p:sp>
        <p:nvSpPr>
          <p:cNvPr id="7" name="TextBox 6">
            <a:extLst>
              <a:ext uri="{FF2B5EF4-FFF2-40B4-BE49-F238E27FC236}">
                <a16:creationId xmlns:a16="http://schemas.microsoft.com/office/drawing/2014/main" id="{A360F768-867D-78D5-FE88-BBA07572389C}"/>
              </a:ext>
            </a:extLst>
          </p:cNvPr>
          <p:cNvSpPr txBox="1"/>
          <p:nvPr/>
        </p:nvSpPr>
        <p:spPr>
          <a:xfrm>
            <a:off x="261106" y="1071232"/>
            <a:ext cx="1847094" cy="17838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Team</a:t>
            </a:r>
          </a:p>
        </p:txBody>
      </p:sp>
      <p:cxnSp>
        <p:nvCxnSpPr>
          <p:cNvPr id="28" name="Straight Connector 27">
            <a:extLst>
              <a:ext uri="{FF2B5EF4-FFF2-40B4-BE49-F238E27FC236}">
                <a16:creationId xmlns:a16="http://schemas.microsoft.com/office/drawing/2014/main" id="{94238AE8-6D5E-60C4-D1F7-547C6FEDCAEE}"/>
              </a:ext>
            </a:extLst>
          </p:cNvPr>
          <p:cNvCxnSpPr/>
          <p:nvPr/>
        </p:nvCxnSpPr>
        <p:spPr>
          <a:xfrm>
            <a:off x="2725321" y="6121451"/>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47A73414-8C37-3E53-1303-6A50876F4AFE}"/>
              </a:ext>
            </a:extLst>
          </p:cNvPr>
          <p:cNvGrpSpPr/>
          <p:nvPr/>
        </p:nvGrpSpPr>
        <p:grpSpPr>
          <a:xfrm>
            <a:off x="261105" y="2433848"/>
            <a:ext cx="2205870" cy="4226242"/>
            <a:chOff x="261105" y="2433848"/>
            <a:chExt cx="2205870" cy="4226242"/>
          </a:xfrm>
        </p:grpSpPr>
        <p:sp>
          <p:nvSpPr>
            <p:cNvPr id="55" name="Rectangle: Rounded Corners 54">
              <a:extLst>
                <a:ext uri="{FF2B5EF4-FFF2-40B4-BE49-F238E27FC236}">
                  <a16:creationId xmlns:a16="http://schemas.microsoft.com/office/drawing/2014/main" id="{35E4612B-59B2-406D-BC9F-3D140CDCD65D}"/>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9" name="Graphic 57">
              <a:extLst>
                <a:ext uri="{FF2B5EF4-FFF2-40B4-BE49-F238E27FC236}">
                  <a16:creationId xmlns:a16="http://schemas.microsoft.com/office/drawing/2014/main" id="{AB9DBB99-7B70-A30E-CC07-8C3C95B823DE}"/>
                </a:ext>
              </a:extLst>
            </p:cNvPr>
            <p:cNvSpPr/>
            <p:nvPr/>
          </p:nvSpPr>
          <p:spPr>
            <a:xfrm>
              <a:off x="261105" y="2433848"/>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rgbClr val="D5ED99"/>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cxnSp>
          <p:nvCxnSpPr>
            <p:cNvPr id="27" name="Straight Connector 26">
              <a:extLst>
                <a:ext uri="{FF2B5EF4-FFF2-40B4-BE49-F238E27FC236}">
                  <a16:creationId xmlns:a16="http://schemas.microsoft.com/office/drawing/2014/main" id="{F9A3A4D2-71E4-F7AA-8B88-7978E763EB37}"/>
                </a:ext>
              </a:extLst>
            </p:cNvPr>
            <p:cNvCxnSpPr/>
            <p:nvPr/>
          </p:nvCxnSpPr>
          <p:spPr>
            <a:xfrm>
              <a:off x="411956" y="6121451"/>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5" name="Text 3">
            <a:extLst>
              <a:ext uri="{FF2B5EF4-FFF2-40B4-BE49-F238E27FC236}">
                <a16:creationId xmlns:a16="http://schemas.microsoft.com/office/drawing/2014/main" id="{BAEA9D97-7986-5F99-8644-8F19B13BFEF4}"/>
              </a:ext>
            </a:extLst>
          </p:cNvPr>
          <p:cNvSpPr/>
          <p:nvPr/>
        </p:nvSpPr>
        <p:spPr>
          <a:xfrm>
            <a:off x="10941051" y="190501"/>
            <a:ext cx="1327151" cy="133351"/>
          </a:xfrm>
          <a:prstGeom prst="rect">
            <a:avLst/>
          </a:prstGeom>
          <a:noFill/>
          <a:ln/>
        </p:spPr>
        <p:txBody>
          <a:bodyPr wrap="square" lIns="0" tIns="0" rIns="0" bIns="0" rtlCol="0" anchor="t"/>
          <a:lstStyle/>
          <a:p>
            <a:pPr marL="0" marR="0" lvl="0" indent="0" algn="l" defTabSz="914400" rtl="0" eaLnBrk="1" fontAlgn="auto" latinLnBrk="0" hangingPunct="1">
              <a:lnSpc>
                <a:spcPts val="988"/>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656670"/>
                </a:solidFill>
                <a:effectLst/>
                <a:uLnTx/>
                <a:uFillTx/>
                <a:latin typeface="Funnel Sans" pitchFamily="34" charset="0"/>
                <a:ea typeface="Funnel Sans" pitchFamily="34" charset="-122"/>
                <a:cs typeface="Funnel Sans" pitchFamily="34" charset="-120"/>
              </a:rPr>
              <a:t>Confidential Deck</a:t>
            </a:r>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 name="Text 4">
            <a:extLst>
              <a:ext uri="{FF2B5EF4-FFF2-40B4-BE49-F238E27FC236}">
                <a16:creationId xmlns:a16="http://schemas.microsoft.com/office/drawing/2014/main" id="{B1221B24-7CEE-3412-79F1-8A9B939B6325}"/>
              </a:ext>
            </a:extLst>
          </p:cNvPr>
          <p:cNvSpPr/>
          <p:nvPr/>
        </p:nvSpPr>
        <p:spPr>
          <a:xfrm>
            <a:off x="11795533" y="190501"/>
            <a:ext cx="129769" cy="133351"/>
          </a:xfrm>
          <a:prstGeom prst="rect">
            <a:avLst/>
          </a:prstGeom>
          <a:noFill/>
          <a:ln/>
        </p:spPr>
        <p:txBody>
          <a:bodyPr wrap="square" lIns="0" tIns="0" rIns="0" bIns="0" rtlCol="0" anchor="t"/>
          <a:lstStyle/>
          <a:p>
            <a:pPr marL="0" marR="0" lvl="0" indent="0" algn="r" defTabSz="914400" rtl="0" eaLnBrk="1" fontAlgn="auto" latinLnBrk="0" hangingPunct="1">
              <a:lnSpc>
                <a:spcPts val="988"/>
              </a:lnSpc>
              <a:spcBef>
                <a:spcPts val="0"/>
              </a:spcBef>
              <a:spcAft>
                <a:spcPts val="0"/>
              </a:spcAft>
              <a:buClrTx/>
              <a:buSzTx/>
              <a:buFontTx/>
              <a:buNone/>
              <a:tabLst/>
              <a:defRPr/>
            </a:pPr>
            <a:fld id="{ABB28F4D-21C6-C54E-A52C-53105BD84126}" type="slidenum">
              <a:rPr kumimoji="0" lang="en-US" sz="760" b="0" i="0" u="none" strike="noStrike" kern="1200" cap="none" spc="0" normalizeH="0" baseline="0" noProof="0" smtClean="0">
                <a:ln>
                  <a:noFill/>
                </a:ln>
                <a:solidFill>
                  <a:srgbClr val="656670"/>
                </a:solidFill>
                <a:effectLst/>
                <a:uLnTx/>
                <a:uFillTx/>
                <a:latin typeface="Funnel Sans" pitchFamily="34" charset="0"/>
                <a:ea typeface="Funnel Sans" pitchFamily="34" charset="-122"/>
                <a:cs typeface="Funnel Sans" pitchFamily="34" charset="-120"/>
              </a:rPr>
              <a:pPr marL="0" marR="0" lvl="0" indent="0" algn="r" defTabSz="914400" rtl="0" eaLnBrk="1" fontAlgn="auto" latinLnBrk="0" hangingPunct="1">
                <a:lnSpc>
                  <a:spcPts val="988"/>
                </a:lnSpc>
                <a:spcBef>
                  <a:spcPts val="0"/>
                </a:spcBef>
                <a:spcAft>
                  <a:spcPts val="0"/>
                </a:spcAft>
                <a:buClrTx/>
                <a:buSzTx/>
                <a:buFontTx/>
                <a:buNone/>
                <a:tabLst/>
                <a:defRPr/>
              </a:pPr>
              <a:t>10</a:t>
            </a:fld>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6" name="Rectangle: Rounded Corners 65">
            <a:extLst>
              <a:ext uri="{FF2B5EF4-FFF2-40B4-BE49-F238E27FC236}">
                <a16:creationId xmlns:a16="http://schemas.microsoft.com/office/drawing/2014/main" id="{85CBFD14-C9DB-60CA-0A4C-A236F2961FB7}"/>
              </a:ext>
            </a:extLst>
          </p:cNvPr>
          <p:cNvSpPr/>
          <p:nvPr/>
        </p:nvSpPr>
        <p:spPr>
          <a:xfrm>
            <a:off x="9648109"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unnel Sans"/>
              <a:ea typeface="+mn-ea"/>
              <a:cs typeface="+mn-cs"/>
            </a:endParaRPr>
          </a:p>
        </p:txBody>
      </p:sp>
      <p:sp>
        <p:nvSpPr>
          <p:cNvPr id="67" name="Graphic 57">
            <a:extLst>
              <a:ext uri="{FF2B5EF4-FFF2-40B4-BE49-F238E27FC236}">
                <a16:creationId xmlns:a16="http://schemas.microsoft.com/office/drawing/2014/main" id="{B820B5E5-D6E9-19F5-1B9E-D37CD1A5526D}"/>
              </a:ext>
            </a:extLst>
          </p:cNvPr>
          <p:cNvSpPr/>
          <p:nvPr/>
        </p:nvSpPr>
        <p:spPr>
          <a:xfrm>
            <a:off x="9648109"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24" name="TextBox 23">
            <a:extLst>
              <a:ext uri="{FF2B5EF4-FFF2-40B4-BE49-F238E27FC236}">
                <a16:creationId xmlns:a16="http://schemas.microsoft.com/office/drawing/2014/main" id="{D13A49DC-7710-F6EB-C0E3-EC227EC18271}"/>
              </a:ext>
            </a:extLst>
          </p:cNvPr>
          <p:cNvSpPr txBox="1"/>
          <p:nvPr/>
        </p:nvSpPr>
        <p:spPr>
          <a:xfrm>
            <a:off x="9811942"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Elizabeth Mitchel, PhD</a:t>
            </a:r>
          </a:p>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AD, Research</a:t>
            </a:r>
          </a:p>
        </p:txBody>
      </p:sp>
      <p:sp>
        <p:nvSpPr>
          <p:cNvPr id="25" name="TextBox 24">
            <a:extLst>
              <a:ext uri="{FF2B5EF4-FFF2-40B4-BE49-F238E27FC236}">
                <a16:creationId xmlns:a16="http://schemas.microsoft.com/office/drawing/2014/main" id="{39DDDFEB-7780-8F78-4068-7CD2EDB2696E}"/>
              </a:ext>
            </a:extLst>
          </p:cNvPr>
          <p:cNvSpPr txBox="1"/>
          <p:nvPr/>
        </p:nvSpPr>
        <p:spPr>
          <a:xfrm>
            <a:off x="9885759"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Over 10 years of experience in cancer biology and drug discovery.</a:t>
            </a:r>
          </a:p>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Site lead of Pathos' AI-driven oncology lab</a:t>
            </a:r>
          </a:p>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Recipient of Susan G. Komen Postdoctoral Fellowship</a:t>
            </a:r>
          </a:p>
          <a:p>
            <a:pPr marL="118872" marR="0" lvl="0" indent="-118872" algn="l" defTabSz="914400" rtl="0" eaLnBrk="1" fontAlgn="auto" latinLnBrk="0" hangingPunct="1">
              <a:lnSpc>
                <a:spcPct val="108214"/>
              </a:lnSpc>
              <a:spcBef>
                <a:spcPts val="600"/>
              </a:spcBef>
              <a:spcAft>
                <a:spcPts val="0"/>
              </a:spcAft>
              <a:buClrTx/>
              <a:buSzTx/>
              <a:buFont typeface="Arial"/>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PhD in cell biology</a:t>
            </a:r>
          </a:p>
        </p:txBody>
      </p:sp>
      <p:cxnSp>
        <p:nvCxnSpPr>
          <p:cNvPr id="31" name="Straight Connector 30">
            <a:extLst>
              <a:ext uri="{FF2B5EF4-FFF2-40B4-BE49-F238E27FC236}">
                <a16:creationId xmlns:a16="http://schemas.microsoft.com/office/drawing/2014/main" id="{24CD50FE-A4D0-30D6-49E0-814584F53E65}"/>
              </a:ext>
            </a:extLst>
          </p:cNvPr>
          <p:cNvCxnSpPr/>
          <p:nvPr/>
        </p:nvCxnSpPr>
        <p:spPr>
          <a:xfrm>
            <a:off x="9811942"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86B98F8-A987-3936-2ADF-5E4547073F80}"/>
              </a:ext>
            </a:extLst>
          </p:cNvPr>
          <p:cNvGrpSpPr/>
          <p:nvPr/>
        </p:nvGrpSpPr>
        <p:grpSpPr>
          <a:xfrm>
            <a:off x="4954607" y="2441257"/>
            <a:ext cx="2205870" cy="4226242"/>
            <a:chOff x="5042496" y="2441257"/>
            <a:chExt cx="2205870" cy="4226242"/>
          </a:xfrm>
        </p:grpSpPr>
        <p:sp>
          <p:nvSpPr>
            <p:cNvPr id="62" name="Rectangle: Rounded Corners 61">
              <a:extLst>
                <a:ext uri="{FF2B5EF4-FFF2-40B4-BE49-F238E27FC236}">
                  <a16:creationId xmlns:a16="http://schemas.microsoft.com/office/drawing/2014/main" id="{A82005AF-B722-2CAE-9A6A-F7A7085002F1}"/>
                </a:ext>
              </a:extLst>
            </p:cNvPr>
            <p:cNvSpPr/>
            <p:nvPr/>
          </p:nvSpPr>
          <p:spPr>
            <a:xfrm>
              <a:off x="5042496"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3" name="Graphic 57">
              <a:extLst>
                <a:ext uri="{FF2B5EF4-FFF2-40B4-BE49-F238E27FC236}">
                  <a16:creationId xmlns:a16="http://schemas.microsoft.com/office/drawing/2014/main" id="{7A73DB19-375C-1E10-DDD0-5C3790D6C3D6}"/>
                </a:ext>
              </a:extLst>
            </p:cNvPr>
            <p:cNvSpPr/>
            <p:nvPr/>
          </p:nvSpPr>
          <p:spPr>
            <a:xfrm>
              <a:off x="5042496"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cxnSp>
          <p:nvCxnSpPr>
            <p:cNvPr id="29" name="Straight Connector 28">
              <a:extLst>
                <a:ext uri="{FF2B5EF4-FFF2-40B4-BE49-F238E27FC236}">
                  <a16:creationId xmlns:a16="http://schemas.microsoft.com/office/drawing/2014/main" id="{DF6A1CF3-FD76-5DD5-E918-1481E4644B71}"/>
                </a:ext>
              </a:extLst>
            </p:cNvPr>
            <p:cNvCxnSpPr/>
            <p:nvPr/>
          </p:nvCxnSpPr>
          <p:spPr>
            <a:xfrm>
              <a:off x="5198268"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64" name="Rectangle: Rounded Corners 63">
            <a:extLst>
              <a:ext uri="{FF2B5EF4-FFF2-40B4-BE49-F238E27FC236}">
                <a16:creationId xmlns:a16="http://schemas.microsoft.com/office/drawing/2014/main" id="{06CF1EC5-9E4D-422E-D3E0-DE78ADEA17EB}"/>
              </a:ext>
            </a:extLst>
          </p:cNvPr>
          <p:cNvSpPr/>
          <p:nvPr/>
        </p:nvSpPr>
        <p:spPr>
          <a:xfrm>
            <a:off x="7301358" y="2441257"/>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5" name="Graphic 57">
            <a:extLst>
              <a:ext uri="{FF2B5EF4-FFF2-40B4-BE49-F238E27FC236}">
                <a16:creationId xmlns:a16="http://schemas.microsoft.com/office/drawing/2014/main" id="{6D1FA230-E921-CC60-2BB5-FBA142500BAC}"/>
              </a:ext>
            </a:extLst>
          </p:cNvPr>
          <p:cNvSpPr/>
          <p:nvPr/>
        </p:nvSpPr>
        <p:spPr>
          <a:xfrm>
            <a:off x="7301358" y="2441257"/>
            <a:ext cx="2205870" cy="101419"/>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4"/>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unnel Sans"/>
              <a:ea typeface="+mn-ea"/>
              <a:cs typeface="+mn-cs"/>
            </a:endParaRPr>
          </a:p>
        </p:txBody>
      </p:sp>
      <p:sp>
        <p:nvSpPr>
          <p:cNvPr id="22" name="TextBox 21">
            <a:extLst>
              <a:ext uri="{FF2B5EF4-FFF2-40B4-BE49-F238E27FC236}">
                <a16:creationId xmlns:a16="http://schemas.microsoft.com/office/drawing/2014/main" id="{AC15A669-5ECD-B8D8-3AA8-C0473D8FABEA}"/>
              </a:ext>
            </a:extLst>
          </p:cNvPr>
          <p:cNvSpPr txBox="1"/>
          <p:nvPr/>
        </p:nvSpPr>
        <p:spPr>
          <a:xfrm>
            <a:off x="7456700"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Kate Brown</a:t>
            </a:r>
          </a:p>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Sr. </a:t>
            </a:r>
            <a:r>
              <a:rPr kumimoji="0" lang="en-US" sz="1200" b="0" i="0" u="none" strike="noStrike" kern="1200" cap="none" spc="-4" normalizeH="0" baseline="0" noProof="0" dirty="0" err="1">
                <a:ln>
                  <a:noFill/>
                </a:ln>
                <a:solidFill>
                  <a:srgbClr val="000000"/>
                </a:solidFill>
                <a:effectLst/>
                <a:uLnTx/>
                <a:uFillTx/>
                <a:latin typeface="Funnel Sans"/>
                <a:ea typeface="+mn-ea"/>
                <a:cs typeface="+mn-cs"/>
              </a:rPr>
              <a:t>Mgr</a:t>
            </a:r>
            <a:r>
              <a:rPr kumimoji="0" lang="en-US" sz="1200" b="0" i="0" u="none" strike="noStrike" kern="1200" cap="none" spc="-4" normalizeH="0" baseline="0" noProof="0" dirty="0">
                <a:ln>
                  <a:noFill/>
                </a:ln>
                <a:solidFill>
                  <a:srgbClr val="000000"/>
                </a:solidFill>
                <a:effectLst/>
                <a:uLnTx/>
                <a:uFillTx/>
                <a:latin typeface="Funnel Sans"/>
                <a:ea typeface="+mn-ea"/>
                <a:cs typeface="+mn-cs"/>
              </a:rPr>
              <a:t>, Lab Operations</a:t>
            </a:r>
          </a:p>
        </p:txBody>
      </p:sp>
      <p:sp>
        <p:nvSpPr>
          <p:cNvPr id="23" name="TextBox 22">
            <a:extLst>
              <a:ext uri="{FF2B5EF4-FFF2-40B4-BE49-F238E27FC236}">
                <a16:creationId xmlns:a16="http://schemas.microsoft.com/office/drawing/2014/main" id="{5D1B12D2-78FC-7F2C-7459-C9DC4E2D46D6}"/>
              </a:ext>
            </a:extLst>
          </p:cNvPr>
          <p:cNvSpPr txBox="1"/>
          <p:nvPr/>
        </p:nvSpPr>
        <p:spPr>
          <a:xfrm>
            <a:off x="7530517"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10 years experience in Laboratory Management</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Critical to design and implementation of complex automated laboratory systems at Recursion, enabling </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Broad knowledge of robotics, LIMS, and animal maintenance</a:t>
            </a:r>
          </a:p>
          <a:p>
            <a:pPr marL="0" marR="0" lvl="0" indent="0" algn="l" defTabSz="914400" rtl="0" eaLnBrk="1" fontAlgn="auto" latinLnBrk="0" hangingPunct="1">
              <a:lnSpc>
                <a:spcPct val="108214"/>
              </a:lnSpc>
              <a:spcBef>
                <a:spcPts val="600"/>
              </a:spcBef>
              <a:spcAft>
                <a:spcPts val="0"/>
              </a:spcAft>
              <a:buClrTx/>
              <a:buSzTx/>
              <a:buFontTx/>
              <a:buNone/>
              <a:tabLst/>
              <a:defRPr/>
            </a:pPr>
            <a:endParaRPr kumimoji="0" lang="en-US" sz="1000" b="0" i="0" u="none" strike="noStrike" kern="1200" cap="none" spc="-4" normalizeH="0" baseline="0" noProof="0" dirty="0">
              <a:ln>
                <a:noFill/>
              </a:ln>
              <a:solidFill>
                <a:srgbClr val="656670"/>
              </a:solidFill>
              <a:effectLst/>
              <a:uLnTx/>
              <a:uFillTx/>
              <a:latin typeface="Funnel Sans"/>
              <a:ea typeface="+mn-ea"/>
              <a:cs typeface="+mn-cs"/>
            </a:endParaRPr>
          </a:p>
        </p:txBody>
      </p:sp>
      <p:cxnSp>
        <p:nvCxnSpPr>
          <p:cNvPr id="30" name="Straight Connector 29">
            <a:extLst>
              <a:ext uri="{FF2B5EF4-FFF2-40B4-BE49-F238E27FC236}">
                <a16:creationId xmlns:a16="http://schemas.microsoft.com/office/drawing/2014/main" id="{0134281E-6692-253C-86A3-7C15BF1645C8}"/>
              </a:ext>
            </a:extLst>
          </p:cNvPr>
          <p:cNvCxnSpPr/>
          <p:nvPr/>
        </p:nvCxnSpPr>
        <p:spPr>
          <a:xfrm>
            <a:off x="7456700" y="6128860"/>
            <a:ext cx="1881664"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13AEB699-C857-CC8C-2716-DE52EEE580C1}"/>
              </a:ext>
            </a:extLst>
          </p:cNvPr>
          <p:cNvPicPr>
            <a:picLocks noChangeAspect="1"/>
          </p:cNvPicPr>
          <p:nvPr/>
        </p:nvPicPr>
        <p:blipFill>
          <a:blip r:embed="rId3">
            <a:extLst>
              <a:ext uri="{28A0092B-C50C-407E-A947-70E740481C1C}">
                <a14:useLocalDpi xmlns:a14="http://schemas.microsoft.com/office/drawing/2010/main" val="0"/>
              </a:ext>
            </a:extLst>
          </a:blip>
          <a:srcRect t="5965" b="27369"/>
          <a:stretch>
            <a:fillRect/>
          </a:stretch>
        </p:blipFill>
        <p:spPr>
          <a:xfrm>
            <a:off x="411956" y="2693193"/>
            <a:ext cx="904875" cy="904875"/>
          </a:xfrm>
          <a:prstGeom prst="roundRect">
            <a:avLst>
              <a:gd name="adj" fmla="val 10994"/>
            </a:avLst>
          </a:prstGeom>
          <a:solidFill>
            <a:srgbClr val="DED6D3"/>
          </a:solidFill>
        </p:spPr>
      </p:pic>
      <p:sp>
        <p:nvSpPr>
          <p:cNvPr id="42" name="TextBox 41">
            <a:extLst>
              <a:ext uri="{FF2B5EF4-FFF2-40B4-BE49-F238E27FC236}">
                <a16:creationId xmlns:a16="http://schemas.microsoft.com/office/drawing/2014/main" id="{F4B2195B-C285-C9C6-988D-1FD34FC86AAF}"/>
              </a:ext>
            </a:extLst>
          </p:cNvPr>
          <p:cNvSpPr txBox="1"/>
          <p:nvPr/>
        </p:nvSpPr>
        <p:spPr>
          <a:xfrm>
            <a:off x="411956"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a:ln>
                  <a:noFill/>
                </a:ln>
                <a:solidFill>
                  <a:srgbClr val="000000"/>
                </a:solidFill>
                <a:effectLst/>
                <a:uLnTx/>
                <a:uFillTx/>
                <a:latin typeface="Funnel Sans"/>
                <a:ea typeface="+mn-ea"/>
                <a:cs typeface="+mn-cs"/>
              </a:rPr>
              <a:t>Britt McPartland</a:t>
            </a:r>
            <a:br>
              <a:rPr kumimoji="0" lang="en-US" sz="1200" b="0" i="0" u="none" strike="noStrike" kern="1200" cap="none" spc="-4" normalizeH="0" baseline="0" noProof="0">
                <a:ln>
                  <a:noFill/>
                </a:ln>
                <a:solidFill>
                  <a:srgbClr val="000000"/>
                </a:solidFill>
                <a:effectLst/>
                <a:uLnTx/>
                <a:uFillTx/>
                <a:latin typeface="Funnel Sans"/>
                <a:ea typeface="+mn-ea"/>
                <a:cs typeface="+mn-cs"/>
              </a:rPr>
            </a:br>
            <a:r>
              <a:rPr kumimoji="0" lang="en-US" sz="1200" b="0" i="0" u="none" strike="noStrike" kern="1200" cap="none" spc="-4" normalizeH="0" baseline="0" noProof="0">
                <a:ln>
                  <a:noFill/>
                </a:ln>
                <a:solidFill>
                  <a:srgbClr val="000000"/>
                </a:solidFill>
                <a:effectLst/>
                <a:uLnTx/>
                <a:uFillTx/>
                <a:latin typeface="Funnel Sans"/>
                <a:ea typeface="+mn-ea"/>
                <a:cs typeface="+mn-cs"/>
              </a:rPr>
              <a:t>Head of People</a:t>
            </a:r>
          </a:p>
        </p:txBody>
      </p:sp>
      <p:sp>
        <p:nvSpPr>
          <p:cNvPr id="43" name="TextBox 42">
            <a:extLst>
              <a:ext uri="{FF2B5EF4-FFF2-40B4-BE49-F238E27FC236}">
                <a16:creationId xmlns:a16="http://schemas.microsoft.com/office/drawing/2014/main" id="{549A2BE3-4C3F-4977-A075-CB6EBC3DDD8F}"/>
              </a:ext>
            </a:extLst>
          </p:cNvPr>
          <p:cNvSpPr txBox="1"/>
          <p:nvPr/>
        </p:nvSpPr>
        <p:spPr>
          <a:xfrm>
            <a:off x="485773"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10 years in building people function at AI/ML </a:t>
            </a:r>
            <a:r>
              <a:rPr kumimoji="0" lang="en-US" sz="1000" b="0" i="0" u="none" strike="noStrike" kern="1200" cap="none" spc="-4" normalizeH="0" baseline="0" noProof="0" err="1">
                <a:ln>
                  <a:noFill/>
                </a:ln>
                <a:solidFill>
                  <a:srgbClr val="656670"/>
                </a:solidFill>
                <a:effectLst/>
                <a:uLnTx/>
                <a:uFillTx/>
                <a:latin typeface="Funnel Sans"/>
                <a:ea typeface="+mn-ea"/>
                <a:cs typeface="+mn-cs"/>
              </a:rPr>
              <a:t>biotechs</a:t>
            </a:r>
            <a:endParaRPr kumimoji="0" lang="en-US" sz="1000" b="0" i="0" u="none" strike="noStrike" kern="1200" cap="none" spc="-4" normalizeH="0" baseline="0" noProof="0">
              <a:ln>
                <a:noFill/>
              </a:ln>
              <a:solidFill>
                <a:srgbClr val="656670"/>
              </a:solidFill>
              <a:effectLst/>
              <a:uLnTx/>
              <a:uFillTx/>
              <a:latin typeface="Funnel Sans"/>
              <a:ea typeface="+mn-ea"/>
              <a:cs typeface="+mn-cs"/>
            </a:endParaRP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Central to growing</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Recursion from 12 to 200 &amp; Pathos from 9 to 50 FTEs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Deeply engaged in Utah</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scientific talent &amp; education communities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MBA in human resources</a:t>
            </a:r>
          </a:p>
        </p:txBody>
      </p:sp>
      <p:pic>
        <p:nvPicPr>
          <p:cNvPr id="44" name="Picture 43">
            <a:extLst>
              <a:ext uri="{FF2B5EF4-FFF2-40B4-BE49-F238E27FC236}">
                <a16:creationId xmlns:a16="http://schemas.microsoft.com/office/drawing/2014/main" id="{E4B2F611-6A50-1B03-E013-2F05835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06" y="6293287"/>
            <a:ext cx="728663" cy="178970"/>
          </a:xfrm>
          <a:prstGeom prst="rect">
            <a:avLst/>
          </a:prstGeom>
        </p:spPr>
      </p:pic>
      <p:pic>
        <p:nvPicPr>
          <p:cNvPr id="45" name="Picture 44">
            <a:extLst>
              <a:ext uri="{FF2B5EF4-FFF2-40B4-BE49-F238E27FC236}">
                <a16:creationId xmlns:a16="http://schemas.microsoft.com/office/drawing/2014/main" id="{8476AB22-A8ED-2150-BBA1-A3218D49C7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2788" y="6321905"/>
            <a:ext cx="797481" cy="123802"/>
          </a:xfrm>
          <a:prstGeom prst="rect">
            <a:avLst/>
          </a:prstGeom>
        </p:spPr>
      </p:pic>
      <p:pic>
        <p:nvPicPr>
          <p:cNvPr id="46" name="Picture 45">
            <a:extLst>
              <a:ext uri="{FF2B5EF4-FFF2-40B4-BE49-F238E27FC236}">
                <a16:creationId xmlns:a16="http://schemas.microsoft.com/office/drawing/2014/main" id="{EFE64128-1A3E-6128-589C-5938E5F02996}"/>
              </a:ext>
            </a:extLst>
          </p:cNvPr>
          <p:cNvPicPr>
            <a:picLocks noChangeAspect="1"/>
          </p:cNvPicPr>
          <p:nvPr/>
        </p:nvPicPr>
        <p:blipFill>
          <a:blip r:embed="rId6">
            <a:extLst>
              <a:ext uri="{28A0092B-C50C-407E-A947-70E740481C1C}">
                <a14:useLocalDpi xmlns:a14="http://schemas.microsoft.com/office/drawing/2010/main" val="0"/>
              </a:ext>
            </a:extLst>
          </a:blip>
          <a:srcRect l="9320" t="9396" r="5406" b="33706"/>
          <a:stretch>
            <a:fillRect/>
          </a:stretch>
        </p:blipFill>
        <p:spPr>
          <a:xfrm>
            <a:off x="2757352" y="2693193"/>
            <a:ext cx="904674" cy="904875"/>
          </a:xfrm>
          <a:prstGeom prst="roundRect">
            <a:avLst>
              <a:gd name="adj" fmla="val 10994"/>
            </a:avLst>
          </a:prstGeom>
          <a:solidFill>
            <a:srgbClr val="DED6D3"/>
          </a:solidFill>
        </p:spPr>
      </p:pic>
      <p:sp>
        <p:nvSpPr>
          <p:cNvPr id="49" name="TextBox 48">
            <a:extLst>
              <a:ext uri="{FF2B5EF4-FFF2-40B4-BE49-F238E27FC236}">
                <a16:creationId xmlns:a16="http://schemas.microsoft.com/office/drawing/2014/main" id="{BDF13D90-A4A1-1E71-FC92-F2EF604E2072}"/>
              </a:ext>
            </a:extLst>
          </p:cNvPr>
          <p:cNvSpPr txBox="1"/>
          <p:nvPr/>
        </p:nvSpPr>
        <p:spPr>
          <a:xfrm>
            <a:off x="2757352"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Becca Levin, PhD</a:t>
            </a:r>
            <a:br>
              <a:rPr kumimoji="0" lang="en-US" sz="1200" b="0" i="0" u="none" strike="noStrike" kern="1200" cap="none" spc="-4" normalizeH="0" baseline="0" noProof="0" dirty="0">
                <a:ln>
                  <a:noFill/>
                </a:ln>
                <a:solidFill>
                  <a:srgbClr val="000000"/>
                </a:solidFill>
                <a:effectLst/>
                <a:uLnTx/>
                <a:uFillTx/>
                <a:latin typeface="Funnel Sans"/>
                <a:ea typeface="+mn-ea"/>
                <a:cs typeface="+mn-cs"/>
              </a:rPr>
            </a:br>
            <a:r>
              <a:rPr kumimoji="0" lang="en-US" sz="1200" b="0" i="0" u="none" strike="noStrike" kern="1200" cap="none" spc="-4" normalizeH="0" baseline="0" noProof="0" dirty="0">
                <a:ln>
                  <a:noFill/>
                </a:ln>
                <a:solidFill>
                  <a:srgbClr val="000000"/>
                </a:solidFill>
                <a:effectLst/>
                <a:uLnTx/>
                <a:uFillTx/>
                <a:latin typeface="Funnel Sans"/>
                <a:ea typeface="+mn-ea"/>
                <a:cs typeface="+mn-cs"/>
              </a:rPr>
              <a:t>Strategy Lead</a:t>
            </a:r>
          </a:p>
        </p:txBody>
      </p:sp>
      <p:sp>
        <p:nvSpPr>
          <p:cNvPr id="51" name="TextBox 50">
            <a:extLst>
              <a:ext uri="{FF2B5EF4-FFF2-40B4-BE49-F238E27FC236}">
                <a16:creationId xmlns:a16="http://schemas.microsoft.com/office/drawing/2014/main" id="{2F501E0C-4126-8CCA-3918-9DD8C8F8F242}"/>
              </a:ext>
            </a:extLst>
          </p:cNvPr>
          <p:cNvSpPr txBox="1"/>
          <p:nvPr/>
        </p:nvSpPr>
        <p:spPr>
          <a:xfrm>
            <a:off x="2831169"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8 years in strategic</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leadership at AI/ML-native biotech companies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Central to Recursion $300M</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IPO, Eikon $100M Series C</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Seamless contributor to  scientific, financial, clinical,</a:t>
            </a:r>
            <a:br>
              <a:rPr kumimoji="0" lang="en-US" sz="1000" b="0" i="0" u="none" strike="noStrike" kern="1200" cap="none" spc="-4" normalizeH="0" baseline="0" noProof="0">
                <a:ln>
                  <a:noFill/>
                </a:ln>
                <a:solidFill>
                  <a:srgbClr val="656670"/>
                </a:solidFill>
                <a:effectLst/>
                <a:uLnTx/>
                <a:uFillTx/>
                <a:latin typeface="Funnel Sans"/>
                <a:ea typeface="+mn-ea"/>
                <a:cs typeface="+mn-cs"/>
              </a:rPr>
            </a:br>
            <a:r>
              <a:rPr kumimoji="0" lang="en-US" sz="1000" b="0" i="0" u="none" strike="noStrike" kern="1200" cap="none" spc="-4" normalizeH="0" baseline="0" noProof="0">
                <a:ln>
                  <a:noFill/>
                </a:ln>
                <a:solidFill>
                  <a:srgbClr val="656670"/>
                </a:solidFill>
                <a:effectLst/>
                <a:uLnTx/>
                <a:uFillTx/>
                <a:latin typeface="Funnel Sans"/>
                <a:ea typeface="+mn-ea"/>
                <a:cs typeface="+mn-cs"/>
              </a:rPr>
              <a:t>&amp; BD teams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a:ln>
                  <a:noFill/>
                </a:ln>
                <a:solidFill>
                  <a:srgbClr val="656670"/>
                </a:solidFill>
                <a:effectLst/>
                <a:uLnTx/>
                <a:uFillTx/>
                <a:latin typeface="Funnel Sans"/>
                <a:ea typeface="+mn-ea"/>
                <a:cs typeface="+mn-cs"/>
              </a:rPr>
              <a:t>PhD in chemical biology</a:t>
            </a:r>
          </a:p>
        </p:txBody>
      </p:sp>
      <p:pic>
        <p:nvPicPr>
          <p:cNvPr id="53" name="Picture 52">
            <a:extLst>
              <a:ext uri="{FF2B5EF4-FFF2-40B4-BE49-F238E27FC236}">
                <a16:creationId xmlns:a16="http://schemas.microsoft.com/office/drawing/2014/main" id="{C2413436-5DB7-2F2B-B1C6-DCB017B89A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96485" y="6274995"/>
            <a:ext cx="481568" cy="236618"/>
          </a:xfrm>
          <a:prstGeom prst="rect">
            <a:avLst/>
          </a:prstGeom>
        </p:spPr>
      </p:pic>
      <p:pic>
        <p:nvPicPr>
          <p:cNvPr id="56" name="Picture 55">
            <a:extLst>
              <a:ext uri="{FF2B5EF4-FFF2-40B4-BE49-F238E27FC236}">
                <a16:creationId xmlns:a16="http://schemas.microsoft.com/office/drawing/2014/main" id="{F72CFFA2-1A8C-B091-8F14-F51FF9F6F3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6152" y="6299583"/>
            <a:ext cx="720725" cy="177020"/>
          </a:xfrm>
          <a:prstGeom prst="rect">
            <a:avLst/>
          </a:prstGeom>
        </p:spPr>
      </p:pic>
      <p:pic>
        <p:nvPicPr>
          <p:cNvPr id="57" name="Picture 56">
            <a:extLst>
              <a:ext uri="{FF2B5EF4-FFF2-40B4-BE49-F238E27FC236}">
                <a16:creationId xmlns:a16="http://schemas.microsoft.com/office/drawing/2014/main" id="{16841C83-4A82-C2FF-A831-F289FA2821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05144" y="6319544"/>
            <a:ext cx="509583" cy="163451"/>
          </a:xfrm>
          <a:prstGeom prst="rect">
            <a:avLst/>
          </a:prstGeom>
        </p:spPr>
      </p:pic>
      <p:pic>
        <p:nvPicPr>
          <p:cNvPr id="71" name="Picture 70">
            <a:extLst>
              <a:ext uri="{FF2B5EF4-FFF2-40B4-BE49-F238E27FC236}">
                <a16:creationId xmlns:a16="http://schemas.microsoft.com/office/drawing/2014/main" id="{CDA96650-D3B1-575D-A71C-F41FFC1A7FEA}"/>
              </a:ext>
            </a:extLst>
          </p:cNvPr>
          <p:cNvPicPr>
            <a:picLocks noChangeAspect="1"/>
          </p:cNvPicPr>
          <p:nvPr/>
        </p:nvPicPr>
        <p:blipFill>
          <a:blip r:embed="rId9"/>
          <a:stretch>
            <a:fillRect/>
          </a:stretch>
        </p:blipFill>
        <p:spPr>
          <a:xfrm>
            <a:off x="5110379" y="2715800"/>
            <a:ext cx="905256" cy="905256"/>
          </a:xfrm>
          <a:prstGeom prst="rect">
            <a:avLst/>
          </a:prstGeom>
        </p:spPr>
      </p:pic>
      <p:pic>
        <p:nvPicPr>
          <p:cNvPr id="73" name="Picture 72">
            <a:extLst>
              <a:ext uri="{FF2B5EF4-FFF2-40B4-BE49-F238E27FC236}">
                <a16:creationId xmlns:a16="http://schemas.microsoft.com/office/drawing/2014/main" id="{0B3CF357-69D4-1EC3-B393-0D2B4BE6760E}"/>
              </a:ext>
            </a:extLst>
          </p:cNvPr>
          <p:cNvPicPr>
            <a:picLocks noChangeAspect="1"/>
          </p:cNvPicPr>
          <p:nvPr/>
        </p:nvPicPr>
        <p:blipFill>
          <a:blip r:embed="rId10"/>
          <a:stretch>
            <a:fillRect/>
          </a:stretch>
        </p:blipFill>
        <p:spPr>
          <a:xfrm>
            <a:off x="7492276" y="2718102"/>
            <a:ext cx="905256" cy="905256"/>
          </a:xfrm>
          <a:prstGeom prst="rect">
            <a:avLst/>
          </a:prstGeom>
        </p:spPr>
      </p:pic>
      <p:pic>
        <p:nvPicPr>
          <p:cNvPr id="75" name="Picture 74">
            <a:extLst>
              <a:ext uri="{FF2B5EF4-FFF2-40B4-BE49-F238E27FC236}">
                <a16:creationId xmlns:a16="http://schemas.microsoft.com/office/drawing/2014/main" id="{70AA04EA-36E5-B45D-7CF6-A9730788C850}"/>
              </a:ext>
            </a:extLst>
          </p:cNvPr>
          <p:cNvPicPr>
            <a:picLocks noChangeAspect="1"/>
          </p:cNvPicPr>
          <p:nvPr/>
        </p:nvPicPr>
        <p:blipFill>
          <a:blip r:embed="rId11"/>
          <a:stretch>
            <a:fillRect/>
          </a:stretch>
        </p:blipFill>
        <p:spPr>
          <a:xfrm>
            <a:off x="9845788" y="2715800"/>
            <a:ext cx="905256" cy="905256"/>
          </a:xfrm>
          <a:prstGeom prst="rect">
            <a:avLst/>
          </a:prstGeom>
        </p:spPr>
      </p:pic>
      <p:sp>
        <p:nvSpPr>
          <p:cNvPr id="76" name="TextBox 75">
            <a:extLst>
              <a:ext uri="{FF2B5EF4-FFF2-40B4-BE49-F238E27FC236}">
                <a16:creationId xmlns:a16="http://schemas.microsoft.com/office/drawing/2014/main" id="{E967C7B4-DB2D-D675-E9DE-7D9596BB3359}"/>
              </a:ext>
            </a:extLst>
          </p:cNvPr>
          <p:cNvSpPr txBox="1"/>
          <p:nvPr/>
        </p:nvSpPr>
        <p:spPr>
          <a:xfrm>
            <a:off x="5083484" y="3731661"/>
            <a:ext cx="1940719" cy="397426"/>
          </a:xfrm>
          <a:prstGeom prst="rect">
            <a:avLst/>
          </a:prstGeom>
          <a:noFill/>
        </p:spPr>
        <p:txBody>
          <a:bodyPr wrap="square" lIns="0" tIns="0" rIns="0" bIns="0" rtlCol="0">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Mia Klonsky</a:t>
            </a:r>
          </a:p>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AD, R&amp;D Program </a:t>
            </a:r>
            <a:r>
              <a:rPr kumimoji="0" lang="en-US" sz="1200" b="0" i="0" u="none" strike="noStrike" kern="1200" cap="none" spc="-4" normalizeH="0" baseline="0" noProof="0" dirty="0" err="1">
                <a:ln>
                  <a:noFill/>
                </a:ln>
                <a:solidFill>
                  <a:srgbClr val="000000"/>
                </a:solidFill>
                <a:effectLst/>
                <a:uLnTx/>
                <a:uFillTx/>
                <a:latin typeface="Funnel Sans"/>
                <a:ea typeface="+mn-ea"/>
                <a:cs typeface="+mn-cs"/>
              </a:rPr>
              <a:t>Mgmt</a:t>
            </a:r>
            <a:endParaRPr kumimoji="0" lang="en-US" sz="1200" b="0" i="0" u="none" strike="noStrike" kern="1200" cap="none" spc="-4" normalizeH="0" baseline="0" noProof="0" dirty="0">
              <a:ln>
                <a:noFill/>
              </a:ln>
              <a:solidFill>
                <a:srgbClr val="000000"/>
              </a:solidFill>
              <a:effectLst/>
              <a:uLnTx/>
              <a:uFillTx/>
              <a:latin typeface="Funnel Sans"/>
              <a:ea typeface="+mn-ea"/>
              <a:cs typeface="+mn-cs"/>
            </a:endParaRPr>
          </a:p>
        </p:txBody>
      </p:sp>
      <p:sp>
        <p:nvSpPr>
          <p:cNvPr id="77" name="TextBox 76">
            <a:extLst>
              <a:ext uri="{FF2B5EF4-FFF2-40B4-BE49-F238E27FC236}">
                <a16:creationId xmlns:a16="http://schemas.microsoft.com/office/drawing/2014/main" id="{04D68BC9-EFE5-850E-B993-6912B3162AD4}"/>
              </a:ext>
            </a:extLst>
          </p:cNvPr>
          <p:cNvSpPr txBox="1"/>
          <p:nvPr/>
        </p:nvSpPr>
        <p:spPr>
          <a:xfrm>
            <a:off x="5157301" y="4198384"/>
            <a:ext cx="1807848" cy="1811889"/>
          </a:xfrm>
          <a:prstGeom prst="rect">
            <a:avLst/>
          </a:prstGeom>
          <a:noFill/>
        </p:spPr>
        <p:txBody>
          <a:bodyPr wrap="square" lIns="0" tIns="0" rIns="0" bIns="0" rtlCol="0">
            <a:noAutofit/>
          </a:bodyPr>
          <a:lstStyle/>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10 years of experience in oncology clinical trial operations, strategy, and coordination at HCI, GCAR, and Pathos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Expertise ranges from direct patient facing work to strategic level management of full trial lifecycles</a:t>
            </a:r>
          </a:p>
          <a:p>
            <a:pPr marL="118872" marR="0" lvl="0" indent="-118872" algn="l" defTabSz="914400" rtl="0" eaLnBrk="1" fontAlgn="auto" latinLnBrk="0" hangingPunct="1">
              <a:lnSpc>
                <a:spcPct val="108214"/>
              </a:lnSpc>
              <a:spcBef>
                <a:spcPts val="600"/>
              </a:spcBef>
              <a:spcAft>
                <a:spcPts val="0"/>
              </a:spcAft>
              <a:buClrTx/>
              <a:buSzTx/>
              <a:buFont typeface="Arial" panose="020B0604020202020204" pitchFamily="34" charset="0"/>
              <a:buChar char="•"/>
              <a:tabLst/>
              <a:defRPr/>
            </a:pPr>
            <a:r>
              <a:rPr kumimoji="0" lang="en-US" sz="1000" b="0" i="0" u="none" strike="noStrike" kern="1200" cap="none" spc="-4" normalizeH="0" baseline="0" noProof="0" dirty="0">
                <a:ln>
                  <a:noFill/>
                </a:ln>
                <a:solidFill>
                  <a:srgbClr val="656670"/>
                </a:solidFill>
                <a:effectLst/>
                <a:uLnTx/>
                <a:uFillTx/>
                <a:latin typeface="Funnel Sans"/>
                <a:ea typeface="+mn-ea"/>
                <a:cs typeface="+mn-cs"/>
              </a:rPr>
              <a:t>MS in public health</a:t>
            </a:r>
          </a:p>
        </p:txBody>
      </p:sp>
      <p:pic>
        <p:nvPicPr>
          <p:cNvPr id="78" name="Picture 77">
            <a:extLst>
              <a:ext uri="{FF2B5EF4-FFF2-40B4-BE49-F238E27FC236}">
                <a16:creationId xmlns:a16="http://schemas.microsoft.com/office/drawing/2014/main" id="{8019B184-9466-2C0C-3685-7BD459A448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0379" y="6319544"/>
            <a:ext cx="797481" cy="128524"/>
          </a:xfrm>
          <a:prstGeom prst="rect">
            <a:avLst/>
          </a:prstGeom>
        </p:spPr>
      </p:pic>
      <p:pic>
        <p:nvPicPr>
          <p:cNvPr id="79" name="Picture 78">
            <a:extLst>
              <a:ext uri="{FF2B5EF4-FFF2-40B4-BE49-F238E27FC236}">
                <a16:creationId xmlns:a16="http://schemas.microsoft.com/office/drawing/2014/main" id="{F02B6F8E-7C40-EB3D-758C-497A4CDA0CA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09852" y="6292754"/>
            <a:ext cx="976001" cy="208561"/>
          </a:xfrm>
          <a:prstGeom prst="rect">
            <a:avLst/>
          </a:prstGeom>
        </p:spPr>
      </p:pic>
      <p:pic>
        <p:nvPicPr>
          <p:cNvPr id="80" name="Picture 79">
            <a:extLst>
              <a:ext uri="{FF2B5EF4-FFF2-40B4-BE49-F238E27FC236}">
                <a16:creationId xmlns:a16="http://schemas.microsoft.com/office/drawing/2014/main" id="{E2443CEB-5A7E-9171-317D-FE643B94F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0517" y="6293287"/>
            <a:ext cx="728663" cy="178970"/>
          </a:xfrm>
          <a:prstGeom prst="rect">
            <a:avLst/>
          </a:prstGeom>
        </p:spPr>
      </p:pic>
      <p:pic>
        <p:nvPicPr>
          <p:cNvPr id="82" name="Picture 81">
            <a:extLst>
              <a:ext uri="{FF2B5EF4-FFF2-40B4-BE49-F238E27FC236}">
                <a16:creationId xmlns:a16="http://schemas.microsoft.com/office/drawing/2014/main" id="{270486B8-5B87-C18B-7146-B9A31E405437}"/>
              </a:ext>
            </a:extLst>
          </p:cNvPr>
          <p:cNvPicPr>
            <a:picLocks noChangeAspect="1"/>
          </p:cNvPicPr>
          <p:nvPr/>
        </p:nvPicPr>
        <p:blipFill>
          <a:blip r:embed="rId13"/>
          <a:stretch>
            <a:fillRect/>
          </a:stretch>
        </p:blipFill>
        <p:spPr>
          <a:xfrm>
            <a:off x="8488339" y="6258860"/>
            <a:ext cx="644872" cy="284818"/>
          </a:xfrm>
          <a:prstGeom prst="rect">
            <a:avLst/>
          </a:prstGeom>
        </p:spPr>
      </p:pic>
      <p:pic>
        <p:nvPicPr>
          <p:cNvPr id="84" name="Picture 83">
            <a:extLst>
              <a:ext uri="{FF2B5EF4-FFF2-40B4-BE49-F238E27FC236}">
                <a16:creationId xmlns:a16="http://schemas.microsoft.com/office/drawing/2014/main" id="{53C11AAD-4A36-1A7E-C3B2-088C572673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2202" y="6319544"/>
            <a:ext cx="797481" cy="128524"/>
          </a:xfrm>
          <a:prstGeom prst="rect">
            <a:avLst/>
          </a:prstGeom>
        </p:spPr>
      </p:pic>
      <p:pic>
        <p:nvPicPr>
          <p:cNvPr id="85" name="Picture 14" descr="OHSU | Oregon Health &amp; Science University logo">
            <a:extLst>
              <a:ext uri="{FF2B5EF4-FFF2-40B4-BE49-F238E27FC236}">
                <a16:creationId xmlns:a16="http://schemas.microsoft.com/office/drawing/2014/main" id="{871C2D40-7600-0D3F-89B7-2242B499637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069922" y="6189549"/>
            <a:ext cx="372846" cy="372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26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B6F9-2E5A-E2E1-0513-6C2BC99669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178239-E71B-44CF-D062-2F9A456CC0BD}"/>
              </a:ext>
            </a:extLst>
          </p:cNvPr>
          <p:cNvSpPr>
            <a:spLocks noGrp="1"/>
          </p:cNvSpPr>
          <p:nvPr>
            <p:ph type="title"/>
          </p:nvPr>
        </p:nvSpPr>
        <p:spPr>
          <a:xfrm>
            <a:off x="261111" y="1389953"/>
            <a:ext cx="11673713" cy="559871"/>
          </a:xfrm>
        </p:spPr>
        <p:txBody>
          <a:bodyPr/>
          <a:lstStyle/>
          <a:p>
            <a:r>
              <a:rPr lang="en-US" spc="-24" dirty="0"/>
              <a:t>Deeply experienced team of translational consultants onboarded &amp; building our clinical development strategy </a:t>
            </a:r>
          </a:p>
        </p:txBody>
      </p:sp>
      <p:sp>
        <p:nvSpPr>
          <p:cNvPr id="7" name="TextBox 6">
            <a:extLst>
              <a:ext uri="{FF2B5EF4-FFF2-40B4-BE49-F238E27FC236}">
                <a16:creationId xmlns:a16="http://schemas.microsoft.com/office/drawing/2014/main" id="{9D81AFE8-884A-FB37-4EF5-355EFEA382AB}"/>
              </a:ext>
            </a:extLst>
          </p:cNvPr>
          <p:cNvSpPr txBox="1"/>
          <p:nvPr/>
        </p:nvSpPr>
        <p:spPr>
          <a:xfrm>
            <a:off x="261106" y="1071232"/>
            <a:ext cx="1847094" cy="17838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Team</a:t>
            </a:r>
          </a:p>
        </p:txBody>
      </p:sp>
      <p:grpSp>
        <p:nvGrpSpPr>
          <p:cNvPr id="32" name="Group 31">
            <a:extLst>
              <a:ext uri="{FF2B5EF4-FFF2-40B4-BE49-F238E27FC236}">
                <a16:creationId xmlns:a16="http://schemas.microsoft.com/office/drawing/2014/main" id="{7A8AAA12-14B1-1AEC-3E9B-A091633FF883}"/>
              </a:ext>
            </a:extLst>
          </p:cNvPr>
          <p:cNvGrpSpPr/>
          <p:nvPr/>
        </p:nvGrpSpPr>
        <p:grpSpPr>
          <a:xfrm>
            <a:off x="261106" y="2315713"/>
            <a:ext cx="5621434" cy="1307869"/>
            <a:chOff x="261105" y="2300024"/>
            <a:chExt cx="2205871" cy="4360066"/>
          </a:xfrm>
        </p:grpSpPr>
        <p:sp>
          <p:nvSpPr>
            <p:cNvPr id="55" name="Rectangle: Rounded Corners 54">
              <a:extLst>
                <a:ext uri="{FF2B5EF4-FFF2-40B4-BE49-F238E27FC236}">
                  <a16:creationId xmlns:a16="http://schemas.microsoft.com/office/drawing/2014/main" id="{3728A096-B7D8-3DBE-4A11-4FF71CDB967E}"/>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9" name="Graphic 57">
              <a:extLst>
                <a:ext uri="{FF2B5EF4-FFF2-40B4-BE49-F238E27FC236}">
                  <a16:creationId xmlns:a16="http://schemas.microsoft.com/office/drawing/2014/main" id="{679546C4-8D23-FF80-3FCC-378C75E9418E}"/>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5" name="Text 3">
            <a:extLst>
              <a:ext uri="{FF2B5EF4-FFF2-40B4-BE49-F238E27FC236}">
                <a16:creationId xmlns:a16="http://schemas.microsoft.com/office/drawing/2014/main" id="{B164DC8A-5BB3-CCD3-4BB6-A41325F016C5}"/>
              </a:ext>
            </a:extLst>
          </p:cNvPr>
          <p:cNvSpPr/>
          <p:nvPr/>
        </p:nvSpPr>
        <p:spPr>
          <a:xfrm>
            <a:off x="10941051" y="190501"/>
            <a:ext cx="1327151" cy="133351"/>
          </a:xfrm>
          <a:prstGeom prst="rect">
            <a:avLst/>
          </a:prstGeom>
          <a:noFill/>
          <a:ln/>
        </p:spPr>
        <p:txBody>
          <a:bodyPr wrap="square" lIns="0" tIns="0" rIns="0" bIns="0" rtlCol="0" anchor="t"/>
          <a:lstStyle/>
          <a:p>
            <a:pPr marL="0" marR="0" lvl="0" indent="0" algn="l" defTabSz="914400" rtl="0" eaLnBrk="1" fontAlgn="auto" latinLnBrk="0" hangingPunct="1">
              <a:lnSpc>
                <a:spcPts val="988"/>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656670"/>
                </a:solidFill>
                <a:effectLst/>
                <a:uLnTx/>
                <a:uFillTx/>
                <a:latin typeface="Funnel Sans" pitchFamily="34" charset="0"/>
                <a:ea typeface="Funnel Sans" pitchFamily="34" charset="-122"/>
                <a:cs typeface="Funnel Sans" pitchFamily="34" charset="-120"/>
              </a:rPr>
              <a:t>Confidential Deck</a:t>
            </a:r>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6" name="Text 4">
            <a:extLst>
              <a:ext uri="{FF2B5EF4-FFF2-40B4-BE49-F238E27FC236}">
                <a16:creationId xmlns:a16="http://schemas.microsoft.com/office/drawing/2014/main" id="{4B3142DF-7712-5D79-960F-B4FE6EAFC691}"/>
              </a:ext>
            </a:extLst>
          </p:cNvPr>
          <p:cNvSpPr/>
          <p:nvPr/>
        </p:nvSpPr>
        <p:spPr>
          <a:xfrm>
            <a:off x="11795533" y="190501"/>
            <a:ext cx="129769" cy="133351"/>
          </a:xfrm>
          <a:prstGeom prst="rect">
            <a:avLst/>
          </a:prstGeom>
          <a:noFill/>
          <a:ln/>
        </p:spPr>
        <p:txBody>
          <a:bodyPr wrap="square" lIns="0" tIns="0" rIns="0" bIns="0" rtlCol="0" anchor="t"/>
          <a:lstStyle/>
          <a:p>
            <a:pPr marL="0" marR="0" lvl="0" indent="0" algn="r" defTabSz="914400" rtl="0" eaLnBrk="1" fontAlgn="auto" latinLnBrk="0" hangingPunct="1">
              <a:lnSpc>
                <a:spcPts val="988"/>
              </a:lnSpc>
              <a:spcBef>
                <a:spcPts val="0"/>
              </a:spcBef>
              <a:spcAft>
                <a:spcPts val="0"/>
              </a:spcAft>
              <a:buClrTx/>
              <a:buSzTx/>
              <a:buFontTx/>
              <a:buNone/>
              <a:tabLst/>
              <a:defRPr/>
            </a:pPr>
            <a:fld id="{ABB28F4D-21C6-C54E-A52C-53105BD84126}" type="slidenum">
              <a:rPr kumimoji="0" lang="en-US" sz="760" b="0" i="0" u="none" strike="noStrike" kern="1200" cap="none" spc="0" normalizeH="0" baseline="0" noProof="0" smtClean="0">
                <a:ln>
                  <a:noFill/>
                </a:ln>
                <a:solidFill>
                  <a:srgbClr val="656670"/>
                </a:solidFill>
                <a:effectLst/>
                <a:uLnTx/>
                <a:uFillTx/>
                <a:latin typeface="Funnel Sans" pitchFamily="34" charset="0"/>
                <a:ea typeface="Funnel Sans" pitchFamily="34" charset="-122"/>
                <a:cs typeface="Funnel Sans" pitchFamily="34" charset="-120"/>
              </a:rPr>
              <a:pPr marL="0" marR="0" lvl="0" indent="0" algn="r" defTabSz="914400" rtl="0" eaLnBrk="1" fontAlgn="auto" latinLnBrk="0" hangingPunct="1">
                <a:lnSpc>
                  <a:spcPts val="988"/>
                </a:lnSpc>
                <a:spcBef>
                  <a:spcPts val="0"/>
                </a:spcBef>
                <a:spcAft>
                  <a:spcPts val="0"/>
                </a:spcAft>
                <a:buClrTx/>
                <a:buSzTx/>
                <a:buFontTx/>
                <a:buNone/>
                <a:tabLst/>
                <a:defRPr/>
              </a:pPr>
              <a:t>11</a:t>
            </a:fld>
            <a:endParaRPr kumimoji="0" lang="en-US" sz="760" b="0" i="0" u="none" strike="noStrike" kern="1200" cap="none" spc="0" normalizeH="0" baseline="0" noProof="0" dirty="0">
              <a:ln>
                <a:noFill/>
              </a:ln>
              <a:solidFill>
                <a:srgbClr val="656670"/>
              </a:solidFill>
              <a:effectLst/>
              <a:uLnTx/>
              <a:uFillTx/>
              <a:latin typeface="Funnel Sans"/>
              <a:ea typeface="+mn-ea"/>
              <a:cs typeface="+mn-cs"/>
            </a:endParaRPr>
          </a:p>
        </p:txBody>
      </p:sp>
      <p:sp>
        <p:nvSpPr>
          <p:cNvPr id="42" name="TextBox 41">
            <a:extLst>
              <a:ext uri="{FF2B5EF4-FFF2-40B4-BE49-F238E27FC236}">
                <a16:creationId xmlns:a16="http://schemas.microsoft.com/office/drawing/2014/main" id="{B6C8A676-AE27-67E9-B0D4-F7803606C317}"/>
              </a:ext>
            </a:extLst>
          </p:cNvPr>
          <p:cNvSpPr txBox="1"/>
          <p:nvPr/>
        </p:nvSpPr>
        <p:spPr>
          <a:xfrm>
            <a:off x="405794" y="2791064"/>
            <a:ext cx="1940719" cy="397426"/>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8214"/>
              </a:lnSpc>
              <a:spcBef>
                <a:spcPts val="0"/>
              </a:spcBef>
              <a:spcAft>
                <a:spcPts val="0"/>
              </a:spcAft>
              <a:buClrTx/>
              <a:buSzTx/>
              <a:buFontTx/>
              <a:buNone/>
              <a:tabLst/>
              <a:defRPr/>
            </a:pPr>
            <a:r>
              <a:rPr kumimoji="0" lang="en-US" sz="1200" b="0" i="0" u="none" strike="noStrike" kern="1200" cap="none" spc="-4" normalizeH="0" baseline="0" noProof="0" dirty="0">
                <a:ln>
                  <a:noFill/>
                </a:ln>
                <a:solidFill>
                  <a:srgbClr val="000000"/>
                </a:solidFill>
                <a:effectLst/>
                <a:uLnTx/>
                <a:uFillTx/>
                <a:latin typeface="Funnel Sans"/>
                <a:ea typeface="+mn-ea"/>
                <a:cs typeface="+mn-cs"/>
              </a:rPr>
              <a:t>Medical Director</a:t>
            </a:r>
          </a:p>
        </p:txBody>
      </p:sp>
      <p:sp>
        <p:nvSpPr>
          <p:cNvPr id="43" name="TextBox 42">
            <a:extLst>
              <a:ext uri="{FF2B5EF4-FFF2-40B4-BE49-F238E27FC236}">
                <a16:creationId xmlns:a16="http://schemas.microsoft.com/office/drawing/2014/main" id="{602D1CE9-4D58-C5F5-B21E-E5F59876FAF7}"/>
              </a:ext>
            </a:extLst>
          </p:cNvPr>
          <p:cNvSpPr txBox="1"/>
          <p:nvPr/>
        </p:nvSpPr>
        <p:spPr>
          <a:xfrm>
            <a:off x="1802948" y="2379234"/>
            <a:ext cx="4079589" cy="1244348"/>
          </a:xfrm>
          <a:prstGeom prst="rect">
            <a:avLst/>
          </a:prstGeom>
          <a:noFill/>
        </p:spPr>
        <p:txBody>
          <a:bodyPr wrap="square" lIns="0" tIns="0" rIns="0" bIns="0" rtlCol="0" anchor="t">
            <a:noAutofit/>
          </a:bodyPr>
          <a:lstStyle/>
          <a:p>
            <a:pPr marL="118745" indent="-118745">
              <a:lnSpc>
                <a:spcPct val="108214"/>
              </a:lnSpc>
              <a:spcBef>
                <a:spcPts val="600"/>
              </a:spcBef>
              <a:buFont typeface="Arial" panose="020B0604020202020204" pitchFamily="34" charset="0"/>
              <a:buChar char="•"/>
              <a:defRPr/>
            </a:pPr>
            <a:endParaRPr lang="en-US" sz="1000" spc="-4" dirty="0">
              <a:solidFill>
                <a:srgbClr val="656670"/>
              </a:solidFill>
              <a:latin typeface="Funnel Sans"/>
            </a:endParaRPr>
          </a:p>
          <a:p>
            <a:pPr marL="118745" indent="-118745">
              <a:lnSpc>
                <a:spcPct val="108214"/>
              </a:lnSpc>
              <a:spcBef>
                <a:spcPts val="600"/>
              </a:spcBef>
              <a:buFont typeface="Arial" panose="020B0604020202020204" pitchFamily="34" charset="0"/>
              <a:buChar char="•"/>
              <a:defRPr/>
            </a:pPr>
            <a:r>
              <a:rPr lang="en-US" sz="1000" spc="-4" dirty="0">
                <a:solidFill>
                  <a:srgbClr val="656670"/>
                </a:solidFill>
                <a:latin typeface="Funnel Sans"/>
              </a:rPr>
              <a:t>25</a:t>
            </a:r>
            <a:r>
              <a:rPr kumimoji="0" lang="en-US" sz="1000" b="0" i="0" u="none" strike="noStrike" kern="1200" cap="none" spc="-4" normalizeH="0" baseline="0" noProof="0" dirty="0">
                <a:ln>
                  <a:noFill/>
                </a:ln>
                <a:solidFill>
                  <a:srgbClr val="656670"/>
                </a:solidFill>
                <a:effectLst/>
                <a:uLnTx/>
                <a:uFillTx/>
                <a:latin typeface="Funnel Sans"/>
                <a:ea typeface="+mn-ea"/>
                <a:cs typeface="+mn-cs"/>
              </a:rPr>
              <a:t>+ years as </a:t>
            </a:r>
            <a:r>
              <a:rPr lang="en-US" sz="1000" spc="-4" dirty="0">
                <a:solidFill>
                  <a:srgbClr val="656670"/>
                </a:solidFill>
                <a:latin typeface="Funnel Sans"/>
              </a:rPr>
              <a:t>in clinical oncology and Medical</a:t>
            </a:r>
            <a:r>
              <a:rPr kumimoji="0" lang="en-US" sz="1000" b="0" i="0" u="none" strike="noStrike" kern="1200" cap="none" spc="-4" normalizeH="0" baseline="0" noProof="0" dirty="0">
                <a:ln>
                  <a:noFill/>
                </a:ln>
                <a:solidFill>
                  <a:srgbClr val="656670"/>
                </a:solidFill>
                <a:effectLst/>
                <a:uLnTx/>
                <a:uFillTx/>
                <a:latin typeface="Funnel Sans"/>
                <a:ea typeface="+mn-ea"/>
                <a:cs typeface="+mn-cs"/>
              </a:rPr>
              <a:t> Director, Early &amp; Experimental Oncology at a major </a:t>
            </a:r>
            <a:r>
              <a:rPr lang="en-US" sz="1000" spc="-4" dirty="0">
                <a:solidFill>
                  <a:srgbClr val="656670"/>
                </a:solidFill>
                <a:latin typeface="Funnel Sans"/>
              </a:rPr>
              <a:t>CROs</a:t>
            </a:r>
            <a:r>
              <a:rPr lang="en-US" sz="1000" spc="-4" dirty="0">
                <a:solidFill>
                  <a:srgbClr val="656670"/>
                </a:solidFill>
                <a:ea typeface="+mn-lt"/>
                <a:cs typeface="+mn-lt"/>
              </a:rPr>
              <a:t> and alongside US NCI/CTEP </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ea typeface="+mn-lt"/>
                <a:cs typeface="+mn-lt"/>
              </a:rPr>
              <a:t>Experienced in RLT development with a range of emitters.</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ea typeface="+mn-lt"/>
                <a:cs typeface="+mn-lt"/>
              </a:rPr>
              <a:t>Commercial success: Ipilimumab (Medarex), Olaparib (Kudos / AZ)</a:t>
            </a:r>
            <a:endParaRPr lang="en-US" dirty="0"/>
          </a:p>
          <a:p>
            <a:pPr marL="118745" indent="-118745">
              <a:lnSpc>
                <a:spcPct val="108214"/>
              </a:lnSpc>
              <a:spcBef>
                <a:spcPts val="600"/>
              </a:spcBef>
              <a:buFont typeface="Arial" panose="020B0604020202020204" pitchFamily="34" charset="0"/>
              <a:buChar char="•"/>
              <a:defRPr/>
            </a:pPr>
            <a:endParaRPr lang="en-US" sz="1000" spc="-4" dirty="0">
              <a:solidFill>
                <a:srgbClr val="656670"/>
              </a:solidFill>
              <a:latin typeface="Funnel Sans"/>
            </a:endParaRPr>
          </a:p>
        </p:txBody>
      </p:sp>
      <p:grpSp>
        <p:nvGrpSpPr>
          <p:cNvPr id="33" name="Group 32">
            <a:extLst>
              <a:ext uri="{FF2B5EF4-FFF2-40B4-BE49-F238E27FC236}">
                <a16:creationId xmlns:a16="http://schemas.microsoft.com/office/drawing/2014/main" id="{D3EF1518-7E80-A90F-D764-AAB90B76F85A}"/>
              </a:ext>
            </a:extLst>
          </p:cNvPr>
          <p:cNvGrpSpPr/>
          <p:nvPr/>
        </p:nvGrpSpPr>
        <p:grpSpPr>
          <a:xfrm>
            <a:off x="261106" y="3810887"/>
            <a:ext cx="5621434" cy="1307869"/>
            <a:chOff x="261105" y="2300024"/>
            <a:chExt cx="2205871" cy="4360066"/>
          </a:xfrm>
        </p:grpSpPr>
        <p:sp>
          <p:nvSpPr>
            <p:cNvPr id="35" name="Rectangle: Rounded Corners 34">
              <a:extLst>
                <a:ext uri="{FF2B5EF4-FFF2-40B4-BE49-F238E27FC236}">
                  <a16:creationId xmlns:a16="http://schemas.microsoft.com/office/drawing/2014/main" id="{AAFC3946-AE44-E574-9484-E1B78D0D3B37}"/>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36" name="Graphic 57">
              <a:extLst>
                <a:ext uri="{FF2B5EF4-FFF2-40B4-BE49-F238E27FC236}">
                  <a16:creationId xmlns:a16="http://schemas.microsoft.com/office/drawing/2014/main" id="{8C78D2E3-BC28-7FFE-62C4-599DEF0B7031}"/>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38" name="TextBox 37">
            <a:extLst>
              <a:ext uri="{FF2B5EF4-FFF2-40B4-BE49-F238E27FC236}">
                <a16:creationId xmlns:a16="http://schemas.microsoft.com/office/drawing/2014/main" id="{DEE12B4B-5B07-984B-ACA8-3BD0D22ECAB5}"/>
              </a:ext>
            </a:extLst>
          </p:cNvPr>
          <p:cNvSpPr txBox="1"/>
          <p:nvPr/>
        </p:nvSpPr>
        <p:spPr>
          <a:xfrm>
            <a:off x="405795" y="4286238"/>
            <a:ext cx="1474376" cy="397426"/>
          </a:xfrm>
          <a:prstGeom prst="rect">
            <a:avLst/>
          </a:prstGeom>
          <a:noFill/>
        </p:spPr>
        <p:txBody>
          <a:bodyPr wrap="square" lIns="0" tIns="0" rIns="0" bIns="0" rtlCol="0" anchor="ctr">
            <a:noAutofit/>
          </a:bodyPr>
          <a:lstStyle/>
          <a:p>
            <a:pPr>
              <a:lnSpc>
                <a:spcPct val="108214"/>
              </a:lnSpc>
              <a:defRPr/>
            </a:pPr>
            <a:r>
              <a:rPr lang="en-US" sz="1200" spc="-4" dirty="0">
                <a:solidFill>
                  <a:srgbClr val="000000"/>
                </a:solidFill>
              </a:rPr>
              <a:t>Senior Clinical &amp; CMC Regulatory Strategy</a:t>
            </a:r>
          </a:p>
        </p:txBody>
      </p:sp>
      <p:sp>
        <p:nvSpPr>
          <p:cNvPr id="39" name="TextBox 38">
            <a:extLst>
              <a:ext uri="{FF2B5EF4-FFF2-40B4-BE49-F238E27FC236}">
                <a16:creationId xmlns:a16="http://schemas.microsoft.com/office/drawing/2014/main" id="{F4D707FE-BEC1-6F7B-6630-EA86461ED761}"/>
              </a:ext>
            </a:extLst>
          </p:cNvPr>
          <p:cNvSpPr txBox="1"/>
          <p:nvPr/>
        </p:nvSpPr>
        <p:spPr>
          <a:xfrm>
            <a:off x="1802948" y="3874408"/>
            <a:ext cx="4001951" cy="1244348"/>
          </a:xfrm>
          <a:prstGeom prst="rect">
            <a:avLst/>
          </a:prstGeom>
          <a:noFill/>
        </p:spPr>
        <p:txBody>
          <a:bodyPr wrap="square" lIns="0" tIns="0" rIns="0" bIns="0" rtlCol="0" anchor="t">
            <a:noAutofit/>
          </a:bodyPr>
          <a:lstStyle/>
          <a:p>
            <a:pPr marL="118745" indent="-118745">
              <a:lnSpc>
                <a:spcPct val="108214"/>
              </a:lnSpc>
              <a:spcBef>
                <a:spcPts val="600"/>
              </a:spcBef>
              <a:buFont typeface="Arial" panose="020B0604020202020204" pitchFamily="34" charset="0"/>
              <a:buChar char="•"/>
              <a:defRPr/>
            </a:pPr>
            <a:endParaRPr lang="en-US" sz="1000" spc="-4" dirty="0">
              <a:solidFill>
                <a:srgbClr val="656670"/>
              </a:solidFill>
              <a:latin typeface="Funnel Sans"/>
            </a:endParaRP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25 years in pharma and regulatory consulting including RLT</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IND and NDA approval lead; recent FDA meetings on RLT for multiple products </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Commercial success: Multiple US approvals of radiopharmaceuticals </a:t>
            </a:r>
          </a:p>
        </p:txBody>
      </p:sp>
      <p:grpSp>
        <p:nvGrpSpPr>
          <p:cNvPr id="40" name="Group 39">
            <a:extLst>
              <a:ext uri="{FF2B5EF4-FFF2-40B4-BE49-F238E27FC236}">
                <a16:creationId xmlns:a16="http://schemas.microsoft.com/office/drawing/2014/main" id="{1903A4D6-73A9-0A46-188A-91D0DE3954D0}"/>
              </a:ext>
            </a:extLst>
          </p:cNvPr>
          <p:cNvGrpSpPr/>
          <p:nvPr/>
        </p:nvGrpSpPr>
        <p:grpSpPr>
          <a:xfrm>
            <a:off x="261106" y="5346320"/>
            <a:ext cx="5621434" cy="1307869"/>
            <a:chOff x="261105" y="2300024"/>
            <a:chExt cx="2205871" cy="4360066"/>
          </a:xfrm>
        </p:grpSpPr>
        <p:sp>
          <p:nvSpPr>
            <p:cNvPr id="41" name="Rectangle: Rounded Corners 40">
              <a:extLst>
                <a:ext uri="{FF2B5EF4-FFF2-40B4-BE49-F238E27FC236}">
                  <a16:creationId xmlns:a16="http://schemas.microsoft.com/office/drawing/2014/main" id="{0E828BA8-CEAF-AC73-AFD9-598B37DAA645}"/>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4" name="Graphic 57">
              <a:extLst>
                <a:ext uri="{FF2B5EF4-FFF2-40B4-BE49-F238E27FC236}">
                  <a16:creationId xmlns:a16="http://schemas.microsoft.com/office/drawing/2014/main" id="{D2E48248-157A-DE73-806B-7C5596CA93CD}"/>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45" name="TextBox 44">
            <a:extLst>
              <a:ext uri="{FF2B5EF4-FFF2-40B4-BE49-F238E27FC236}">
                <a16:creationId xmlns:a16="http://schemas.microsoft.com/office/drawing/2014/main" id="{380C7EC5-6D59-EF42-AC13-444E47F9171A}"/>
              </a:ext>
            </a:extLst>
          </p:cNvPr>
          <p:cNvSpPr txBox="1"/>
          <p:nvPr/>
        </p:nvSpPr>
        <p:spPr>
          <a:xfrm>
            <a:off x="405794" y="5821671"/>
            <a:ext cx="1356055" cy="397426"/>
          </a:xfrm>
          <a:prstGeom prst="rect">
            <a:avLst/>
          </a:prstGeom>
          <a:noFill/>
        </p:spPr>
        <p:txBody>
          <a:bodyPr wrap="square" lIns="0" tIns="0" rIns="0" bIns="0" rtlCol="0" anchor="ctr">
            <a:noAutofit/>
          </a:bodyPr>
          <a:lstStyle/>
          <a:p>
            <a:pPr>
              <a:lnSpc>
                <a:spcPct val="108214"/>
              </a:lnSpc>
              <a:defRPr/>
            </a:pPr>
            <a:r>
              <a:rPr lang="en-US" sz="1200" spc="-4" dirty="0">
                <a:solidFill>
                  <a:srgbClr val="000000"/>
                </a:solidFill>
              </a:rPr>
              <a:t>Senior Non-Clinical &amp; Clinical Regulatory </a:t>
            </a:r>
          </a:p>
        </p:txBody>
      </p:sp>
      <p:sp>
        <p:nvSpPr>
          <p:cNvPr id="46" name="TextBox 45">
            <a:extLst>
              <a:ext uri="{FF2B5EF4-FFF2-40B4-BE49-F238E27FC236}">
                <a16:creationId xmlns:a16="http://schemas.microsoft.com/office/drawing/2014/main" id="{9D312401-B1B5-B9B9-8D50-6FDDDDFE85DE}"/>
              </a:ext>
            </a:extLst>
          </p:cNvPr>
          <p:cNvSpPr txBox="1"/>
          <p:nvPr/>
        </p:nvSpPr>
        <p:spPr>
          <a:xfrm>
            <a:off x="1802948" y="5409841"/>
            <a:ext cx="4079589" cy="1244348"/>
          </a:xfrm>
          <a:prstGeom prst="rect">
            <a:avLst/>
          </a:prstGeom>
          <a:noFill/>
        </p:spPr>
        <p:txBody>
          <a:bodyPr wrap="square" lIns="0" tIns="0" rIns="0" bIns="0" rtlCol="0" anchor="ctr">
            <a:noAutofit/>
          </a:bodyPr>
          <a:lstStyle/>
          <a:p>
            <a:pPr marL="118745" indent="-118745">
              <a:lnSpc>
                <a:spcPct val="108214"/>
              </a:lnSpc>
              <a:spcBef>
                <a:spcPts val="600"/>
              </a:spcBef>
              <a:buFont typeface="Arial" panose="020B0604020202020204" pitchFamily="34" charset="0"/>
              <a:buChar char="•"/>
              <a:defRPr/>
            </a:pPr>
            <a:r>
              <a:rPr lang="en-US" sz="1000" spc="-4" dirty="0">
                <a:solidFill>
                  <a:srgbClr val="656670"/>
                </a:solidFill>
              </a:rPr>
              <a:t>17+ years in regulatory strategy including RLT</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Commercial success: Multiple US and EU approvals of radiopharmaceutical products</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Recent regulatory (including FDA) for multiple RLT products at different development stages</a:t>
            </a:r>
          </a:p>
        </p:txBody>
      </p:sp>
      <p:grpSp>
        <p:nvGrpSpPr>
          <p:cNvPr id="47" name="Group 46">
            <a:extLst>
              <a:ext uri="{FF2B5EF4-FFF2-40B4-BE49-F238E27FC236}">
                <a16:creationId xmlns:a16="http://schemas.microsoft.com/office/drawing/2014/main" id="{4EEAB22E-57A4-8CD3-C671-9B3FA42D1E62}"/>
              </a:ext>
            </a:extLst>
          </p:cNvPr>
          <p:cNvGrpSpPr/>
          <p:nvPr/>
        </p:nvGrpSpPr>
        <p:grpSpPr>
          <a:xfrm>
            <a:off x="6313390" y="2315713"/>
            <a:ext cx="5621434" cy="1307869"/>
            <a:chOff x="261105" y="2300024"/>
            <a:chExt cx="2205871" cy="4360066"/>
          </a:xfrm>
        </p:grpSpPr>
        <p:sp>
          <p:nvSpPr>
            <p:cNvPr id="48" name="Rectangle: Rounded Corners 47">
              <a:extLst>
                <a:ext uri="{FF2B5EF4-FFF2-40B4-BE49-F238E27FC236}">
                  <a16:creationId xmlns:a16="http://schemas.microsoft.com/office/drawing/2014/main" id="{69577AA5-A5C8-952C-E3B4-CFE9BDE6668B}"/>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0" name="Graphic 57">
              <a:extLst>
                <a:ext uri="{FF2B5EF4-FFF2-40B4-BE49-F238E27FC236}">
                  <a16:creationId xmlns:a16="http://schemas.microsoft.com/office/drawing/2014/main" id="{C562E1F7-EB35-B2BE-E915-EF5158080A2E}"/>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52" name="TextBox 51">
            <a:extLst>
              <a:ext uri="{FF2B5EF4-FFF2-40B4-BE49-F238E27FC236}">
                <a16:creationId xmlns:a16="http://schemas.microsoft.com/office/drawing/2014/main" id="{99B6EF9C-7577-22C3-BA97-9E8A72D14E29}"/>
              </a:ext>
            </a:extLst>
          </p:cNvPr>
          <p:cNvSpPr txBox="1"/>
          <p:nvPr/>
        </p:nvSpPr>
        <p:spPr>
          <a:xfrm>
            <a:off x="6458078" y="2791064"/>
            <a:ext cx="1940719" cy="397426"/>
          </a:xfrm>
          <a:prstGeom prst="rect">
            <a:avLst/>
          </a:prstGeom>
          <a:noFill/>
        </p:spPr>
        <p:txBody>
          <a:bodyPr wrap="square" lIns="0" tIns="0" rIns="0" bIns="0" rtlCol="0" anchor="ctr">
            <a:noAutofit/>
          </a:bodyPr>
          <a:lstStyle/>
          <a:p>
            <a:pPr lvl="0">
              <a:lnSpc>
                <a:spcPct val="108214"/>
              </a:lnSpc>
              <a:defRPr/>
            </a:pPr>
            <a:r>
              <a:rPr lang="en-US" sz="1200" spc="-4" dirty="0">
                <a:solidFill>
                  <a:srgbClr val="000000"/>
                </a:solidFill>
              </a:rPr>
              <a:t>Clinical Operations</a:t>
            </a:r>
          </a:p>
        </p:txBody>
      </p:sp>
      <p:sp>
        <p:nvSpPr>
          <p:cNvPr id="53" name="TextBox 52">
            <a:extLst>
              <a:ext uri="{FF2B5EF4-FFF2-40B4-BE49-F238E27FC236}">
                <a16:creationId xmlns:a16="http://schemas.microsoft.com/office/drawing/2014/main" id="{66171C34-A974-C7D1-2726-01012E498E4F}"/>
              </a:ext>
            </a:extLst>
          </p:cNvPr>
          <p:cNvSpPr txBox="1"/>
          <p:nvPr/>
        </p:nvSpPr>
        <p:spPr>
          <a:xfrm>
            <a:off x="7855232" y="2379234"/>
            <a:ext cx="4079589" cy="1244348"/>
          </a:xfrm>
          <a:prstGeom prst="rect">
            <a:avLst/>
          </a:prstGeom>
          <a:noFill/>
        </p:spPr>
        <p:txBody>
          <a:bodyPr wrap="square" lIns="0" tIns="0" rIns="0" bIns="0" rtlCol="0" anchor="t">
            <a:noAutofit/>
          </a:bodyPr>
          <a:lstStyle/>
          <a:p>
            <a:pPr marL="118745" indent="-118745">
              <a:lnSpc>
                <a:spcPct val="108214"/>
              </a:lnSpc>
              <a:spcBef>
                <a:spcPts val="600"/>
              </a:spcBef>
              <a:buFont typeface="Arial" panose="020B0604020202020204" pitchFamily="34" charset="0"/>
              <a:buChar char="•"/>
              <a:defRPr/>
            </a:pPr>
            <a:endParaRPr lang="en-US" sz="1000" spc="-4" dirty="0">
              <a:solidFill>
                <a:srgbClr val="656670"/>
              </a:solidFill>
              <a:latin typeface="Funnel Sans"/>
            </a:endParaRP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25+ years in clinical operations including RLT</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Worked with a large number of big and small pharma in clinical development from Phase 1 through post marketing studies </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Commercial success: Multiple approved products </a:t>
            </a:r>
          </a:p>
          <a:p>
            <a:pPr>
              <a:lnSpc>
                <a:spcPct val="108214"/>
              </a:lnSpc>
              <a:spcBef>
                <a:spcPts val="600"/>
              </a:spcBef>
              <a:defRPr/>
            </a:pPr>
            <a:endParaRPr lang="en-US" sz="1000" spc="-4" dirty="0">
              <a:solidFill>
                <a:srgbClr val="656670"/>
              </a:solidFill>
              <a:latin typeface="Funnel Sans"/>
            </a:endParaRPr>
          </a:p>
        </p:txBody>
      </p:sp>
      <p:grpSp>
        <p:nvGrpSpPr>
          <p:cNvPr id="54" name="Group 53">
            <a:extLst>
              <a:ext uri="{FF2B5EF4-FFF2-40B4-BE49-F238E27FC236}">
                <a16:creationId xmlns:a16="http://schemas.microsoft.com/office/drawing/2014/main" id="{1E498CAB-1A90-8A8B-8BDC-680369A062DB}"/>
              </a:ext>
            </a:extLst>
          </p:cNvPr>
          <p:cNvGrpSpPr/>
          <p:nvPr/>
        </p:nvGrpSpPr>
        <p:grpSpPr>
          <a:xfrm>
            <a:off x="6313390" y="3810887"/>
            <a:ext cx="5621434" cy="1307869"/>
            <a:chOff x="261105" y="2300024"/>
            <a:chExt cx="2205871" cy="4360066"/>
          </a:xfrm>
        </p:grpSpPr>
        <p:sp>
          <p:nvSpPr>
            <p:cNvPr id="56" name="Rectangle: Rounded Corners 55">
              <a:extLst>
                <a:ext uri="{FF2B5EF4-FFF2-40B4-BE49-F238E27FC236}">
                  <a16:creationId xmlns:a16="http://schemas.microsoft.com/office/drawing/2014/main" id="{6947B11C-E57A-D3FA-73B1-7E0DF793C47E}"/>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7" name="Graphic 57">
              <a:extLst>
                <a:ext uri="{FF2B5EF4-FFF2-40B4-BE49-F238E27FC236}">
                  <a16:creationId xmlns:a16="http://schemas.microsoft.com/office/drawing/2014/main" id="{185BF993-5AB4-3EEE-0F8A-1BCFBF996C54}"/>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58" name="TextBox 57">
            <a:extLst>
              <a:ext uri="{FF2B5EF4-FFF2-40B4-BE49-F238E27FC236}">
                <a16:creationId xmlns:a16="http://schemas.microsoft.com/office/drawing/2014/main" id="{5BBE98A1-22C6-E273-CD09-E66F6A8FFC58}"/>
              </a:ext>
            </a:extLst>
          </p:cNvPr>
          <p:cNvSpPr txBox="1"/>
          <p:nvPr/>
        </p:nvSpPr>
        <p:spPr>
          <a:xfrm>
            <a:off x="6458078" y="4286238"/>
            <a:ext cx="1175621" cy="397426"/>
          </a:xfrm>
          <a:prstGeom prst="rect">
            <a:avLst/>
          </a:prstGeom>
          <a:noFill/>
        </p:spPr>
        <p:txBody>
          <a:bodyPr wrap="square" lIns="0" tIns="0" rIns="0" bIns="0" rtlCol="0" anchor="ctr">
            <a:noAutofit/>
          </a:bodyPr>
          <a:lstStyle/>
          <a:p>
            <a:pPr>
              <a:lnSpc>
                <a:spcPct val="108214"/>
              </a:lnSpc>
              <a:defRPr/>
            </a:pPr>
            <a:r>
              <a:rPr lang="en-US" sz="1200" spc="-4" dirty="0">
                <a:solidFill>
                  <a:srgbClr val="000000"/>
                </a:solidFill>
              </a:rPr>
              <a:t>cGMP Drug Manufacturing QA/QC</a:t>
            </a:r>
          </a:p>
        </p:txBody>
      </p:sp>
      <p:sp>
        <p:nvSpPr>
          <p:cNvPr id="66" name="TextBox 65">
            <a:extLst>
              <a:ext uri="{FF2B5EF4-FFF2-40B4-BE49-F238E27FC236}">
                <a16:creationId xmlns:a16="http://schemas.microsoft.com/office/drawing/2014/main" id="{9ADBD36F-28B0-5D59-2397-E23D8E3F768B}"/>
              </a:ext>
            </a:extLst>
          </p:cNvPr>
          <p:cNvSpPr txBox="1"/>
          <p:nvPr/>
        </p:nvSpPr>
        <p:spPr>
          <a:xfrm>
            <a:off x="7855232" y="3874408"/>
            <a:ext cx="3940301" cy="1244348"/>
          </a:xfrm>
          <a:prstGeom prst="rect">
            <a:avLst/>
          </a:prstGeom>
          <a:noFill/>
        </p:spPr>
        <p:txBody>
          <a:bodyPr wrap="square" lIns="0" tIns="0" rIns="0" bIns="0" rtlCol="0" anchor="ctr">
            <a:noAutofit/>
          </a:bodyPr>
          <a:lstStyle/>
          <a:p>
            <a:pPr marL="118745" indent="-118745">
              <a:lnSpc>
                <a:spcPct val="108214"/>
              </a:lnSpc>
              <a:spcBef>
                <a:spcPts val="600"/>
              </a:spcBef>
              <a:buFont typeface="Arial" panose="020B0604020202020204" pitchFamily="34" charset="0"/>
              <a:buChar char="•"/>
              <a:defRPr/>
            </a:pPr>
            <a:r>
              <a:rPr lang="en-US" sz="1000" spc="-4" dirty="0">
                <a:solidFill>
                  <a:srgbClr val="656670"/>
                </a:solidFill>
              </a:rPr>
              <a:t>20 years in pharmaceutical &amp; medical device manufacturing including radiopharmaceuticals</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Worked with a large number of large and small pharma across multiple modalities.</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Commercial success: Process validation behind several approved products.</a:t>
            </a:r>
          </a:p>
        </p:txBody>
      </p:sp>
      <p:grpSp>
        <p:nvGrpSpPr>
          <p:cNvPr id="67" name="Group 66">
            <a:extLst>
              <a:ext uri="{FF2B5EF4-FFF2-40B4-BE49-F238E27FC236}">
                <a16:creationId xmlns:a16="http://schemas.microsoft.com/office/drawing/2014/main" id="{8C358CE4-FB2E-908E-0533-4963F1FE05C6}"/>
              </a:ext>
            </a:extLst>
          </p:cNvPr>
          <p:cNvGrpSpPr/>
          <p:nvPr/>
        </p:nvGrpSpPr>
        <p:grpSpPr>
          <a:xfrm>
            <a:off x="6313390" y="5346320"/>
            <a:ext cx="5621434" cy="1307869"/>
            <a:chOff x="261105" y="2300024"/>
            <a:chExt cx="2205871" cy="4360066"/>
          </a:xfrm>
        </p:grpSpPr>
        <p:sp>
          <p:nvSpPr>
            <p:cNvPr id="68" name="Rectangle: Rounded Corners 67">
              <a:extLst>
                <a:ext uri="{FF2B5EF4-FFF2-40B4-BE49-F238E27FC236}">
                  <a16:creationId xmlns:a16="http://schemas.microsoft.com/office/drawing/2014/main" id="{619A4DFE-C89B-56AF-793A-6F007EE2B707}"/>
                </a:ext>
              </a:extLst>
            </p:cNvPr>
            <p:cNvSpPr/>
            <p:nvPr/>
          </p:nvSpPr>
          <p:spPr>
            <a:xfrm>
              <a:off x="261105" y="2433848"/>
              <a:ext cx="2205870" cy="4226242"/>
            </a:xfrm>
            <a:prstGeom prst="roundRect">
              <a:avLst>
                <a:gd name="adj" fmla="val 46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69" name="Graphic 57">
              <a:extLst>
                <a:ext uri="{FF2B5EF4-FFF2-40B4-BE49-F238E27FC236}">
                  <a16:creationId xmlns:a16="http://schemas.microsoft.com/office/drawing/2014/main" id="{652CBD3A-6C4B-5B10-EDA2-D0AB26107232}"/>
                </a:ext>
              </a:extLst>
            </p:cNvPr>
            <p:cNvSpPr/>
            <p:nvPr/>
          </p:nvSpPr>
          <p:spPr>
            <a:xfrm>
              <a:off x="261106" y="2300024"/>
              <a:ext cx="2205870" cy="216728"/>
            </a:xfrm>
            <a:custGeom>
              <a:avLst/>
              <a:gdLst>
                <a:gd name="csX0" fmla="*/ 0 w 2205870"/>
                <a:gd name="csY0" fmla="*/ 101419 h 101419"/>
                <a:gd name="csX1" fmla="*/ 101419 w 2205870"/>
                <a:gd name="csY1" fmla="*/ 0 h 101419"/>
                <a:gd name="csX2" fmla="*/ 2104451 w 2205870"/>
                <a:gd name="csY2" fmla="*/ 0 h 101419"/>
                <a:gd name="csX3" fmla="*/ 2205870 w 2205870"/>
                <a:gd name="csY3" fmla="*/ 101419 h 101419"/>
                <a:gd name="csX4" fmla="*/ 0 w 2205870"/>
                <a:gd name="csY4" fmla="*/ 101419 h 101419"/>
              </a:gdLst>
              <a:ahLst/>
              <a:cxnLst>
                <a:cxn ang="0">
                  <a:pos x="csX0" y="csY0"/>
                </a:cxn>
                <a:cxn ang="0">
                  <a:pos x="csX1" y="csY1"/>
                </a:cxn>
                <a:cxn ang="0">
                  <a:pos x="csX2" y="csY2"/>
                </a:cxn>
                <a:cxn ang="0">
                  <a:pos x="csX3" y="csY3"/>
                </a:cxn>
                <a:cxn ang="0">
                  <a:pos x="csX4" y="csY4"/>
                </a:cxn>
              </a:cxnLst>
              <a:rect l="l" t="t" r="r" b="b"/>
              <a:pathLst>
                <a:path w="2205870" h="101419">
                  <a:moveTo>
                    <a:pt x="0" y="101419"/>
                  </a:moveTo>
                  <a:cubicBezTo>
                    <a:pt x="0" y="45407"/>
                    <a:pt x="45407" y="0"/>
                    <a:pt x="101419" y="0"/>
                  </a:cubicBezTo>
                  <a:lnTo>
                    <a:pt x="2104451" y="0"/>
                  </a:lnTo>
                  <a:cubicBezTo>
                    <a:pt x="2160466" y="0"/>
                    <a:pt x="2205870" y="45407"/>
                    <a:pt x="2205870" y="101419"/>
                  </a:cubicBezTo>
                  <a:lnTo>
                    <a:pt x="0" y="101419"/>
                  </a:lnTo>
                  <a:close/>
                </a:path>
              </a:pathLst>
            </a:custGeom>
            <a:solidFill>
              <a:schemeClr val="accent2"/>
            </a:solidFill>
            <a:ln w="632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unnel Sans"/>
                <a:ea typeface="+mn-ea"/>
                <a:cs typeface="+mn-cs"/>
              </a:endParaRPr>
            </a:p>
          </p:txBody>
        </p:sp>
      </p:grpSp>
      <p:sp>
        <p:nvSpPr>
          <p:cNvPr id="70" name="TextBox 69">
            <a:extLst>
              <a:ext uri="{FF2B5EF4-FFF2-40B4-BE49-F238E27FC236}">
                <a16:creationId xmlns:a16="http://schemas.microsoft.com/office/drawing/2014/main" id="{7C18A7EF-F2C1-C3C3-FAC7-5D08978C4B1C}"/>
              </a:ext>
            </a:extLst>
          </p:cNvPr>
          <p:cNvSpPr txBox="1"/>
          <p:nvPr/>
        </p:nvSpPr>
        <p:spPr>
          <a:xfrm>
            <a:off x="6458078" y="5821671"/>
            <a:ext cx="1940719" cy="397426"/>
          </a:xfrm>
          <a:prstGeom prst="rect">
            <a:avLst/>
          </a:prstGeom>
          <a:noFill/>
        </p:spPr>
        <p:txBody>
          <a:bodyPr wrap="square" lIns="0" tIns="0" rIns="0" bIns="0" rtlCol="0" anchor="ctr">
            <a:noAutofit/>
          </a:bodyPr>
          <a:lstStyle/>
          <a:p>
            <a:pPr>
              <a:lnSpc>
                <a:spcPct val="108214"/>
              </a:lnSpc>
              <a:defRPr/>
            </a:pPr>
            <a:r>
              <a:rPr lang="en-US" sz="1200" spc="-4" dirty="0">
                <a:solidFill>
                  <a:srgbClr val="000000"/>
                </a:solidFill>
              </a:rPr>
              <a:t>Medical Physicist </a:t>
            </a:r>
          </a:p>
        </p:txBody>
      </p:sp>
      <p:sp>
        <p:nvSpPr>
          <p:cNvPr id="71" name="TextBox 70">
            <a:extLst>
              <a:ext uri="{FF2B5EF4-FFF2-40B4-BE49-F238E27FC236}">
                <a16:creationId xmlns:a16="http://schemas.microsoft.com/office/drawing/2014/main" id="{28AEB93E-98ED-DEE3-CF11-F07CA77A3E12}"/>
              </a:ext>
            </a:extLst>
          </p:cNvPr>
          <p:cNvSpPr txBox="1"/>
          <p:nvPr/>
        </p:nvSpPr>
        <p:spPr>
          <a:xfrm>
            <a:off x="7855232" y="5409841"/>
            <a:ext cx="3940301" cy="1244348"/>
          </a:xfrm>
          <a:prstGeom prst="rect">
            <a:avLst/>
          </a:prstGeom>
          <a:noFill/>
        </p:spPr>
        <p:txBody>
          <a:bodyPr wrap="square" lIns="0" tIns="0" rIns="0" bIns="0" rtlCol="0" anchor="t">
            <a:noAutofit/>
          </a:bodyPr>
          <a:lstStyle/>
          <a:p>
            <a:pPr marL="118745" indent="-118745">
              <a:lnSpc>
                <a:spcPct val="108214"/>
              </a:lnSpc>
              <a:spcBef>
                <a:spcPts val="600"/>
              </a:spcBef>
              <a:buFont typeface="Arial" panose="020B0604020202020204" pitchFamily="34" charset="0"/>
              <a:buChar char="•"/>
              <a:defRPr/>
            </a:pPr>
            <a:endParaRPr lang="en-US" sz="1000" spc="-4" dirty="0">
              <a:solidFill>
                <a:srgbClr val="656670"/>
              </a:solidFill>
              <a:latin typeface="Funnel Sans"/>
            </a:endParaRP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20 years in R&amp;D and clinical medical physicist in nuclear medicine and RLT</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Extensive record of accomplishment in medical physics </a:t>
            </a:r>
          </a:p>
          <a:p>
            <a:pPr marL="118745" indent="-118745">
              <a:lnSpc>
                <a:spcPct val="108214"/>
              </a:lnSpc>
              <a:spcBef>
                <a:spcPts val="600"/>
              </a:spcBef>
              <a:buFont typeface="Arial" panose="020B0604020202020204" pitchFamily="34" charset="0"/>
              <a:buChar char="•"/>
              <a:defRPr/>
            </a:pPr>
            <a:r>
              <a:rPr lang="en-US" sz="1000" spc="-4" dirty="0">
                <a:solidFill>
                  <a:srgbClr val="656670"/>
                </a:solidFill>
              </a:rPr>
              <a:t>Currently Head of Medical Physics at innovative clinical institution  </a:t>
            </a:r>
          </a:p>
        </p:txBody>
      </p:sp>
    </p:spTree>
    <p:extLst>
      <p:ext uri="{BB962C8B-B14F-4D97-AF65-F5344CB8AC3E}">
        <p14:creationId xmlns:p14="http://schemas.microsoft.com/office/powerpoint/2010/main" val="1635757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B40E-AB15-1404-73F2-42835B6D90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CD4C1D-A3AA-CCF4-41EA-AF6DC620E296}"/>
              </a:ext>
            </a:extLst>
          </p:cNvPr>
          <p:cNvSpPr>
            <a:spLocks noGrp="1"/>
          </p:cNvSpPr>
          <p:nvPr>
            <p:ph type="title"/>
          </p:nvPr>
        </p:nvSpPr>
        <p:spPr/>
        <p:txBody>
          <a:bodyPr/>
          <a:lstStyle/>
          <a:p>
            <a:r>
              <a:rPr lang="en-US" dirty="0"/>
              <a:t>Planned team growth</a:t>
            </a:r>
          </a:p>
        </p:txBody>
      </p:sp>
      <p:sp>
        <p:nvSpPr>
          <p:cNvPr id="3" name="Footer Placeholder 2">
            <a:extLst>
              <a:ext uri="{FF2B5EF4-FFF2-40B4-BE49-F238E27FC236}">
                <a16:creationId xmlns:a16="http://schemas.microsoft.com/office/drawing/2014/main" id="{FF55EDA9-98B2-0B2A-CFD1-20CD59F2E70B}"/>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8B93188E-48C2-011C-13C5-FE35EB46DC0C}"/>
              </a:ext>
            </a:extLst>
          </p:cNvPr>
          <p:cNvSpPr>
            <a:spLocks noGrp="1"/>
          </p:cNvSpPr>
          <p:nvPr>
            <p:ph type="sldNum" sz="quarter" idx="11"/>
          </p:nvPr>
        </p:nvSpPr>
        <p:spPr/>
        <p:txBody>
          <a:bodyPr/>
          <a:lstStyle/>
          <a:p>
            <a:fld id="{F41E5F93-45D3-472F-9EA1-BCB47A04FF6B}" type="slidenum">
              <a:rPr lang="en-GB" smtClean="0"/>
              <a:pPr/>
              <a:t>12</a:t>
            </a:fld>
            <a:endParaRPr lang="en-GB"/>
          </a:p>
        </p:txBody>
      </p:sp>
      <p:sp>
        <p:nvSpPr>
          <p:cNvPr id="6" name="Subtitle 5">
            <a:extLst>
              <a:ext uri="{FF2B5EF4-FFF2-40B4-BE49-F238E27FC236}">
                <a16:creationId xmlns:a16="http://schemas.microsoft.com/office/drawing/2014/main" id="{6995EC68-FA12-ACD3-1C4D-44941839D01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87007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3F6BE-21B8-3327-660D-0858B446579D}"/>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B665001-CF79-B0CC-56D2-C21C6D57B1B4}"/>
              </a:ext>
            </a:extLst>
          </p:cNvPr>
          <p:cNvGraphicFramePr/>
          <p:nvPr/>
        </p:nvGraphicFramePr>
        <p:xfrm>
          <a:off x="250819" y="322397"/>
          <a:ext cx="11690362" cy="65356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7">
            <a:extLst>
              <a:ext uri="{FF2B5EF4-FFF2-40B4-BE49-F238E27FC236}">
                <a16:creationId xmlns:a16="http://schemas.microsoft.com/office/drawing/2014/main" id="{E6D17B1E-4C02-79A8-325F-F3A9F05E90A9}"/>
              </a:ext>
            </a:extLst>
          </p:cNvPr>
          <p:cNvSpPr txBox="1"/>
          <p:nvPr/>
        </p:nvSpPr>
        <p:spPr>
          <a:xfrm>
            <a:off x="149381" y="66434"/>
            <a:ext cx="3025416" cy="181588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400" dirty="0"/>
          </a:p>
          <a:p>
            <a:endParaRPr lang="en-GB" sz="1400" dirty="0"/>
          </a:p>
          <a:p>
            <a:endParaRPr lang="en-GB" sz="1400" dirty="0"/>
          </a:p>
          <a:p>
            <a:endParaRPr lang="en-GB" sz="1400" dirty="0"/>
          </a:p>
          <a:p>
            <a:r>
              <a:rPr lang="en-GB" sz="1400" dirty="0"/>
              <a:t>Team as of Q1 2027</a:t>
            </a:r>
          </a:p>
          <a:p>
            <a:endParaRPr lang="en-GB" sz="1400" dirty="0"/>
          </a:p>
          <a:p>
            <a:r>
              <a:rPr lang="en-GB" sz="1400" dirty="0"/>
              <a:t>HC = 35</a:t>
            </a:r>
          </a:p>
          <a:p>
            <a:endParaRPr lang="en-GB" sz="1400" dirty="0"/>
          </a:p>
        </p:txBody>
      </p:sp>
      <p:sp>
        <p:nvSpPr>
          <p:cNvPr id="6" name="TextBox 5">
            <a:extLst>
              <a:ext uri="{FF2B5EF4-FFF2-40B4-BE49-F238E27FC236}">
                <a16:creationId xmlns:a16="http://schemas.microsoft.com/office/drawing/2014/main" id="{8B8CCA6E-C39D-B9FD-43AC-A2B9A7409271}"/>
              </a:ext>
            </a:extLst>
          </p:cNvPr>
          <p:cNvSpPr txBox="1"/>
          <p:nvPr/>
        </p:nvSpPr>
        <p:spPr>
          <a:xfrm>
            <a:off x="9871587" y="154677"/>
            <a:ext cx="2320413"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400"/>
              <a:t>Grey = founders</a:t>
            </a:r>
          </a:p>
          <a:p>
            <a:endParaRPr lang="en-GB" sz="1400"/>
          </a:p>
          <a:p>
            <a:r>
              <a:rPr lang="en-GB" sz="1400"/>
              <a:t>Grey and Black = LT</a:t>
            </a:r>
          </a:p>
          <a:p>
            <a:endParaRPr lang="en-GB" sz="1400"/>
          </a:p>
          <a:p>
            <a:r>
              <a:rPr lang="en-GB" sz="1400"/>
              <a:t>Dark Green = Research LT</a:t>
            </a:r>
          </a:p>
        </p:txBody>
      </p:sp>
    </p:spTree>
    <p:extLst>
      <p:ext uri="{BB962C8B-B14F-4D97-AF65-F5344CB8AC3E}">
        <p14:creationId xmlns:p14="http://schemas.microsoft.com/office/powerpoint/2010/main" val="733344600"/>
      </p:ext>
    </p:extLst>
  </p:cSld>
  <p:clrMapOvr>
    <a:masterClrMapping/>
  </p:clrMapOvr>
</p:sld>
</file>

<file path=ppt/theme/theme1.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6EABB8B3F65B47BE025CC264113219" ma:contentTypeVersion="11" ma:contentTypeDescription="Create a new document." ma:contentTypeScope="" ma:versionID="372fbf92ab6f4a46db1f5cd6be12afea">
  <xsd:schema xmlns:xsd="http://www.w3.org/2001/XMLSchema" xmlns:xs="http://www.w3.org/2001/XMLSchema" xmlns:p="http://schemas.microsoft.com/office/2006/metadata/properties" xmlns:ns2="17a099e9-2c6f-4eed-a731-aa23c2084e1b" xmlns:ns3="9b41257d-d9f1-45d2-83fb-79c2dd89ff18" targetNamespace="http://schemas.microsoft.com/office/2006/metadata/properties" ma:root="true" ma:fieldsID="16bf60042c9b3853215886f36ce98b21" ns2:_="" ns3:_="">
    <xsd:import namespace="17a099e9-2c6f-4eed-a731-aa23c2084e1b"/>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a099e9-2c6f-4eed-a731-aa23c2084e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17a099e9-2c6f-4eed-a731-aa23c2084e1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880A09-2608-4CB4-A8B9-CF257AD15F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a099e9-2c6f-4eed-a731-aa23c2084e1b"/>
    <ds:schemaRef ds:uri="9b41257d-d9f1-45d2-83fb-79c2dd89ff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FFF95C-B729-40BE-AF36-B77750994AFA}">
  <ds:schemaRefs>
    <ds:schemaRef ds:uri="http://purl.org/dc/dcmitype/"/>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17a099e9-2c6f-4eed-a731-aa23c2084e1b"/>
    <ds:schemaRef ds:uri="9b41257d-d9f1-45d2-83fb-79c2dd89ff18"/>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68F9D9B1-458B-4ADA-8D94-941F7018DD30}">
  <ds:schemaRefs>
    <ds:schemaRef ds:uri="http://schemas.microsoft.com/sharepoint/v3/contenttype/forms"/>
  </ds:schemaRefs>
</ds:datastoreItem>
</file>

<file path=docMetadata/LabelInfo.xml><?xml version="1.0" encoding="utf-8"?>
<clbl:labelList xmlns:clbl="http://schemas.microsoft.com/office/2020/mipLabelMetadata">
  <clbl:label id="{0d74513f-0122-4961-9f9d-1b0308a15633}" enabled="1" method="Standard" siteId="{0ef4dffa-8c77-49f6-a7ba-d33398e9a997}" removed="0"/>
</clbl:labelList>
</file>

<file path=docProps/app.xml><?xml version="1.0" encoding="utf-8"?>
<Properties xmlns="http://schemas.openxmlformats.org/officeDocument/2006/extended-properties" xmlns:vt="http://schemas.openxmlformats.org/officeDocument/2006/docPropsVTypes">
  <TotalTime>86</TotalTime>
  <Words>2387</Words>
  <Application>Microsoft Office PowerPoint</Application>
  <PresentationFormat>Widescreen</PresentationFormat>
  <Paragraphs>232</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Funnel Sans</vt:lpstr>
      <vt:lpstr>Funnel Sans Light</vt:lpstr>
      <vt:lpstr>Funnel Sans Medium</vt:lpstr>
      <vt:lpstr>1_Office Theme</vt:lpstr>
      <vt:lpstr>Curie Bio Questions</vt:lpstr>
      <vt:lpstr>Nusano relationship – Beyond geographic proximity to Sego’s SLC facility, is there an actual partnership or supply agreement in place with Nusano? Nusano has announced availability of key alpha emitters (e.g., Ac-225, At-211) starting Q4 2025</vt:lpstr>
      <vt:lpstr>Team -  Who else—beyond the founder, Jeevan Virk—is in place to drive facility buildout, establish the supply chain, and advance six preclinical programs over the first 1–3 years?</vt:lpstr>
      <vt:lpstr>Fundraise – What exactly are they raising, and what milestones does it fund? </vt:lpstr>
      <vt:lpstr>Strong value trajectory towards revenue generation driven by three phases of flawless execution</vt:lpstr>
      <vt:lpstr>Current team</vt:lpstr>
      <vt:lpstr>Founded by pioneers in the field of radiopharmaceuticals</vt:lpstr>
      <vt:lpstr>Founded by pioneers in the field of radiopharmaceuticals</vt:lpstr>
      <vt:lpstr>World class radiochemistry, peptide chemistry &amp; theragnostics experience</vt:lpstr>
      <vt:lpstr>Operational team with deep experience building successful, ML/AI native companies</vt:lpstr>
      <vt:lpstr>Deeply experienced team of translational consultants onboarded &amp; building our clinical development strategy </vt:lpstr>
      <vt:lpstr>Planned team growth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Becca Levin</cp:lastModifiedBy>
  <cp:revision>1</cp:revision>
  <dcterms:created xsi:type="dcterms:W3CDTF">2026-05-13T21:12:51Z</dcterms:created>
  <dcterms:modified xsi:type="dcterms:W3CDTF">2026-05-14T15:00:04Z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0x010100556EABB8B3F65B47BE025CC264113219</vt:lpwstr>
  </property>
  <property fmtid="{D5CDD505-2E9C-101B-9397-08002B2CF9AE}" pid="3" name="MediaServiceImageTags">
    <vt:lpwstr/>
  </property>
  <property fmtid="{D5CDD505-2E9C-101B-9397-08002B2CF9AE}" pid="4" name="ClassificationContentMarkingFooterText">
    <vt:lpwstr>Confidential</vt:lpwstr>
  </property>
  <property fmtid="{D5CDD505-2E9C-101B-9397-08002B2CF9AE}" pid="5" name="ClassificationContentMarkingFooterLocations">
    <vt:lpwstr>1_Office Theme:7</vt:lpwstr>
  </property>
</Properties>
</file>