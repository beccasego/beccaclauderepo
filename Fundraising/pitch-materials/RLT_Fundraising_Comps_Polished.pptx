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3387" r:id="rId2"/>
    <p:sldId id="3388" r:id="rId3"/>
    <p:sldId id="3390" r:id="rId4"/>
    <p:sldId id="338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D2D99E-F9F6-4045-AEA5-008A5873804C}" v="73" dt="2026-05-27T19:02:42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24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ca Levin" userId="08c76d0b-4d1f-44f5-8508-8653b2f54768" providerId="ADAL" clId="{5AA3B8CE-AFEA-44FA-ACCD-448CA31DFD0A}"/>
    <pc:docChg chg="undo custSel addSld delSld modSld sldOrd delMainMaster">
      <pc:chgData name="Becca Levin" userId="08c76d0b-4d1f-44f5-8508-8653b2f54768" providerId="ADAL" clId="{5AA3B8CE-AFEA-44FA-ACCD-448CA31DFD0A}" dt="2026-05-27T19:04:03.310" v="1192" actId="1037"/>
      <pc:docMkLst>
        <pc:docMk/>
      </pc:docMkLst>
      <pc:sldChg chg="add del">
        <pc:chgData name="Becca Levin" userId="08c76d0b-4d1f-44f5-8508-8653b2f54768" providerId="ADAL" clId="{5AA3B8CE-AFEA-44FA-ACCD-448CA31DFD0A}" dt="2026-05-27T18:48:50.853" v="170" actId="47"/>
        <pc:sldMkLst>
          <pc:docMk/>
          <pc:sldMk cId="0" sldId="256"/>
        </pc:sldMkLst>
      </pc:sldChg>
      <pc:sldChg chg="modSp del mod">
        <pc:chgData name="Becca Levin" userId="08c76d0b-4d1f-44f5-8508-8653b2f54768" providerId="ADAL" clId="{5AA3B8CE-AFEA-44FA-ACCD-448CA31DFD0A}" dt="2026-05-27T18:51:47.513" v="323" actId="47"/>
        <pc:sldMkLst>
          <pc:docMk/>
          <pc:sldMk cId="0" sldId="257"/>
        </pc:sldMkLst>
        <pc:spChg chg="mod">
          <ac:chgData name="Becca Levin" userId="08c76d0b-4d1f-44f5-8508-8653b2f54768" providerId="ADAL" clId="{5AA3B8CE-AFEA-44FA-ACCD-448CA31DFD0A}" dt="2026-05-27T18:49:18.986" v="184" actId="1037"/>
          <ac:spMkLst>
            <pc:docMk/>
            <pc:sldMk cId="0" sldId="257"/>
            <ac:spMk id="6" creationId="{00000000-0000-0000-0000-000000000000}"/>
          </ac:spMkLst>
        </pc:spChg>
        <pc:spChg chg="mod">
          <ac:chgData name="Becca Levin" userId="08c76d0b-4d1f-44f5-8508-8653b2f54768" providerId="ADAL" clId="{5AA3B8CE-AFEA-44FA-ACCD-448CA31DFD0A}" dt="2026-05-27T18:49:25.239" v="187" actId="1037"/>
          <ac:spMkLst>
            <pc:docMk/>
            <pc:sldMk cId="0" sldId="257"/>
            <ac:spMk id="7" creationId="{00000000-0000-0000-0000-000000000000}"/>
          </ac:spMkLst>
        </pc:spChg>
        <pc:spChg chg="mod">
          <ac:chgData name="Becca Levin" userId="08c76d0b-4d1f-44f5-8508-8653b2f54768" providerId="ADAL" clId="{5AA3B8CE-AFEA-44FA-ACCD-448CA31DFD0A}" dt="2026-05-27T18:49:30.638" v="188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Becca Levin" userId="08c76d0b-4d1f-44f5-8508-8653b2f54768" providerId="ADAL" clId="{5AA3B8CE-AFEA-44FA-ACCD-448CA31DFD0A}" dt="2026-05-27T18:49:35.232" v="18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Becca Levin" userId="08c76d0b-4d1f-44f5-8508-8653b2f54768" providerId="ADAL" clId="{5AA3B8CE-AFEA-44FA-ACCD-448CA31DFD0A}" dt="2026-05-27T18:49:37.345" v="190" actId="1076"/>
          <ac:spMkLst>
            <pc:docMk/>
            <pc:sldMk cId="0" sldId="257"/>
            <ac:spMk id="10" creationId="{00000000-0000-0000-0000-000000000000}"/>
          </ac:spMkLst>
        </pc:spChg>
        <pc:graphicFrameChg chg="mod">
          <ac:chgData name="Becca Levin" userId="08c76d0b-4d1f-44f5-8508-8653b2f54768" providerId="ADAL" clId="{5AA3B8CE-AFEA-44FA-ACCD-448CA31DFD0A}" dt="2026-05-27T18:48:59.486" v="173" actId="1076"/>
          <ac:graphicFrameMkLst>
            <pc:docMk/>
            <pc:sldMk cId="0" sldId="257"/>
            <ac:graphicFrameMk id="5" creationId="{00000000-0000-0000-0000-000000000000}"/>
          </ac:graphicFrameMkLst>
        </pc:graphicFrameChg>
      </pc:sldChg>
      <pc:sldChg chg="del">
        <pc:chgData name="Becca Levin" userId="08c76d0b-4d1f-44f5-8508-8653b2f54768" providerId="ADAL" clId="{5AA3B8CE-AFEA-44FA-ACCD-448CA31DFD0A}" dt="2026-05-27T18:59:54.115" v="805" actId="47"/>
        <pc:sldMkLst>
          <pc:docMk/>
          <pc:sldMk cId="0" sldId="258"/>
        </pc:sldMkLst>
      </pc:sldChg>
      <pc:sldChg chg="del ord">
        <pc:chgData name="Becca Levin" userId="08c76d0b-4d1f-44f5-8508-8653b2f54768" providerId="ADAL" clId="{5AA3B8CE-AFEA-44FA-ACCD-448CA31DFD0A}" dt="2026-05-27T19:03:08.943" v="1126" actId="47"/>
        <pc:sldMkLst>
          <pc:docMk/>
          <pc:sldMk cId="0" sldId="259"/>
        </pc:sldMkLst>
      </pc:sldChg>
      <pc:sldChg chg="addSp delSp modSp add mod ord">
        <pc:chgData name="Becca Levin" userId="08c76d0b-4d1f-44f5-8508-8653b2f54768" providerId="ADAL" clId="{5AA3B8CE-AFEA-44FA-ACCD-448CA31DFD0A}" dt="2026-05-27T18:52:49.719" v="342" actId="207"/>
        <pc:sldMkLst>
          <pc:docMk/>
          <pc:sldMk cId="1282905510" sldId="3387"/>
        </pc:sldMkLst>
        <pc:spChg chg="mod">
          <ac:chgData name="Becca Levin" userId="08c76d0b-4d1f-44f5-8508-8653b2f54768" providerId="ADAL" clId="{5AA3B8CE-AFEA-44FA-ACCD-448CA31DFD0A}" dt="2026-05-27T18:48:44.891" v="169" actId="20577"/>
          <ac:spMkLst>
            <pc:docMk/>
            <pc:sldMk cId="1282905510" sldId="3387"/>
            <ac:spMk id="2" creationId="{F51ADD8D-0E6F-F4B4-E09F-679E4A6C003E}"/>
          </ac:spMkLst>
        </pc:spChg>
        <pc:spChg chg="add mod">
          <ac:chgData name="Becca Levin" userId="08c76d0b-4d1f-44f5-8508-8653b2f54768" providerId="ADAL" clId="{5AA3B8CE-AFEA-44FA-ACCD-448CA31DFD0A}" dt="2026-05-27T18:47:25.488" v="63" actId="20577"/>
          <ac:spMkLst>
            <pc:docMk/>
            <pc:sldMk cId="1282905510" sldId="3387"/>
            <ac:spMk id="7" creationId="{7B0A7AA9-2F06-BCBB-D420-CC2F279640DD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8" creationId="{D1468A89-CA23-C867-ACEB-24F3DA0A5D2B}"/>
          </ac:spMkLst>
        </pc:spChg>
        <pc:spChg chg="add mod">
          <ac:chgData name="Becca Levin" userId="08c76d0b-4d1f-44f5-8508-8653b2f54768" providerId="ADAL" clId="{5AA3B8CE-AFEA-44FA-ACCD-448CA31DFD0A}" dt="2026-05-27T18:43:04.031" v="32" actId="1036"/>
          <ac:spMkLst>
            <pc:docMk/>
            <pc:sldMk cId="1282905510" sldId="3387"/>
            <ac:spMk id="9" creationId="{976D186B-AFE6-918E-D836-043088076E7E}"/>
          </ac:spMkLst>
        </pc:spChg>
        <pc:spChg chg="add mod">
          <ac:chgData name="Becca Levin" userId="08c76d0b-4d1f-44f5-8508-8653b2f54768" providerId="ADAL" clId="{5AA3B8CE-AFEA-44FA-ACCD-448CA31DFD0A}" dt="2026-05-27T18:43:04.031" v="32" actId="1036"/>
          <ac:spMkLst>
            <pc:docMk/>
            <pc:sldMk cId="1282905510" sldId="3387"/>
            <ac:spMk id="10" creationId="{FD533D99-F411-9C0B-10D4-4D0B202C11FE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11" creationId="{3C282214-178A-EF49-2F8E-FD01EDBEA9D5}"/>
          </ac:spMkLst>
        </pc:spChg>
        <pc:spChg chg="add mod">
          <ac:chgData name="Becca Levin" userId="08c76d0b-4d1f-44f5-8508-8653b2f54768" providerId="ADAL" clId="{5AA3B8CE-AFEA-44FA-ACCD-448CA31DFD0A}" dt="2026-05-27T18:43:04.031" v="32" actId="1036"/>
          <ac:spMkLst>
            <pc:docMk/>
            <pc:sldMk cId="1282905510" sldId="3387"/>
            <ac:spMk id="12" creationId="{6915EBB6-E832-30F2-09A6-91891122A52A}"/>
          </ac:spMkLst>
        </pc:spChg>
        <pc:spChg chg="add mod">
          <ac:chgData name="Becca Levin" userId="08c76d0b-4d1f-44f5-8508-8653b2f54768" providerId="ADAL" clId="{5AA3B8CE-AFEA-44FA-ACCD-448CA31DFD0A}" dt="2026-05-27T18:47:40.682" v="70" actId="207"/>
          <ac:spMkLst>
            <pc:docMk/>
            <pc:sldMk cId="1282905510" sldId="3387"/>
            <ac:spMk id="13" creationId="{8F140B84-D786-3C26-D71D-2B07EC01255E}"/>
          </ac:spMkLst>
        </pc:spChg>
        <pc:spChg chg="add mod">
          <ac:chgData name="Becca Levin" userId="08c76d0b-4d1f-44f5-8508-8653b2f54768" providerId="ADAL" clId="{5AA3B8CE-AFEA-44FA-ACCD-448CA31DFD0A}" dt="2026-05-27T18:47:51.756" v="72" actId="207"/>
          <ac:spMkLst>
            <pc:docMk/>
            <pc:sldMk cId="1282905510" sldId="3387"/>
            <ac:spMk id="14" creationId="{C284E9F5-EADE-2B49-047D-DA3F27FCCE64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20" creationId="{6D572989-7621-3C74-9043-BC347F7C1B55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32" creationId="{C4DF0024-D4D8-C56C-E9F2-45704CC438F1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33" creationId="{026537D1-6922-AAB5-8270-2DFF4099E94A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35" creationId="{D15C820D-15C6-6301-3A85-2AD6C98C16B4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37" creationId="{560A9AF3-36C4-5FC0-5507-9D7D5CF78700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41" creationId="{6FE8B2EA-7A53-79B6-5D91-71FA8EE753EA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42" creationId="{5865402D-1D2F-9F8E-73EC-D4311600E7D1}"/>
          </ac:spMkLst>
        </pc:spChg>
        <pc:spChg chg="del">
          <ac:chgData name="Becca Levin" userId="08c76d0b-4d1f-44f5-8508-8653b2f54768" providerId="ADAL" clId="{5AA3B8CE-AFEA-44FA-ACCD-448CA31DFD0A}" dt="2026-05-27T18:42:40.535" v="3" actId="478"/>
          <ac:spMkLst>
            <pc:docMk/>
            <pc:sldMk cId="1282905510" sldId="3387"/>
            <ac:spMk id="44" creationId="{C28F8C7C-047B-8058-3CA0-FEBCE71D8EAE}"/>
          </ac:spMkLst>
        </pc:spChg>
        <pc:graphicFrameChg chg="add mod">
          <ac:chgData name="Becca Levin" userId="08c76d0b-4d1f-44f5-8508-8653b2f54768" providerId="ADAL" clId="{5AA3B8CE-AFEA-44FA-ACCD-448CA31DFD0A}" dt="2026-05-27T18:52:49.719" v="342" actId="207"/>
          <ac:graphicFrameMkLst>
            <pc:docMk/>
            <pc:sldMk cId="1282905510" sldId="3387"/>
            <ac:graphicFrameMk id="6" creationId="{1280A0D5-6495-8AE4-1750-281553E086C2}"/>
          </ac:graphicFrameMkLst>
        </pc:graphicFrameChg>
      </pc:sldChg>
      <pc:sldChg chg="addSp delSp modSp add mod">
        <pc:chgData name="Becca Levin" userId="08c76d0b-4d1f-44f5-8508-8653b2f54768" providerId="ADAL" clId="{5AA3B8CE-AFEA-44FA-ACCD-448CA31DFD0A}" dt="2026-05-27T19:04:03.310" v="1192" actId="1037"/>
        <pc:sldMkLst>
          <pc:docMk/>
          <pc:sldMk cId="1561611827" sldId="3388"/>
        </pc:sldMkLst>
        <pc:spChg chg="mod">
          <ac:chgData name="Becca Levin" userId="08c76d0b-4d1f-44f5-8508-8653b2f54768" providerId="ADAL" clId="{5AA3B8CE-AFEA-44FA-ACCD-448CA31DFD0A}" dt="2026-05-27T19:03:34.147" v="1140" actId="20577"/>
          <ac:spMkLst>
            <pc:docMk/>
            <pc:sldMk cId="1561611827" sldId="3388"/>
            <ac:spMk id="2" creationId="{C2340E04-461A-65F0-EA14-93DD1FC69173}"/>
          </ac:spMkLst>
        </pc:spChg>
        <pc:spChg chg="del">
          <ac:chgData name="Becca Levin" userId="08c76d0b-4d1f-44f5-8508-8653b2f54768" providerId="ADAL" clId="{5AA3B8CE-AFEA-44FA-ACCD-448CA31DFD0A}" dt="2026-05-27T18:49:48.231" v="192" actId="478"/>
          <ac:spMkLst>
            <pc:docMk/>
            <pc:sldMk cId="1561611827" sldId="3388"/>
            <ac:spMk id="7" creationId="{59FD0C8D-74E9-E2AE-0B10-2A47273A12BB}"/>
          </ac:spMkLst>
        </pc:spChg>
        <pc:spChg chg="add del mod">
          <ac:chgData name="Becca Levin" userId="08c76d0b-4d1f-44f5-8508-8653b2f54768" providerId="ADAL" clId="{5AA3B8CE-AFEA-44FA-ACCD-448CA31DFD0A}" dt="2026-05-27T18:50:02.027" v="195" actId="478"/>
          <ac:spMkLst>
            <pc:docMk/>
            <pc:sldMk cId="1561611827" sldId="3388"/>
            <ac:spMk id="8" creationId="{EFC879DE-F446-21AC-EE52-41C8D7BB9808}"/>
          </ac:spMkLst>
        </pc:spChg>
        <pc:spChg chg="del">
          <ac:chgData name="Becca Levin" userId="08c76d0b-4d1f-44f5-8508-8653b2f54768" providerId="ADAL" clId="{5AA3B8CE-AFEA-44FA-ACCD-448CA31DFD0A}" dt="2026-05-27T18:49:48.231" v="192" actId="478"/>
          <ac:spMkLst>
            <pc:docMk/>
            <pc:sldMk cId="1561611827" sldId="3388"/>
            <ac:spMk id="9" creationId="{72FFCAFC-1EA3-6876-BACD-4B78E63783C5}"/>
          </ac:spMkLst>
        </pc:spChg>
        <pc:spChg chg="del">
          <ac:chgData name="Becca Levin" userId="08c76d0b-4d1f-44f5-8508-8653b2f54768" providerId="ADAL" clId="{5AA3B8CE-AFEA-44FA-ACCD-448CA31DFD0A}" dt="2026-05-27T18:49:48.231" v="192" actId="478"/>
          <ac:spMkLst>
            <pc:docMk/>
            <pc:sldMk cId="1561611827" sldId="3388"/>
            <ac:spMk id="10" creationId="{DD6E884B-6038-EE42-27F5-40D52C68E5F5}"/>
          </ac:spMkLst>
        </pc:spChg>
        <pc:spChg chg="del">
          <ac:chgData name="Becca Levin" userId="08c76d0b-4d1f-44f5-8508-8653b2f54768" providerId="ADAL" clId="{5AA3B8CE-AFEA-44FA-ACCD-448CA31DFD0A}" dt="2026-05-27T18:49:48.231" v="192" actId="478"/>
          <ac:spMkLst>
            <pc:docMk/>
            <pc:sldMk cId="1561611827" sldId="3388"/>
            <ac:spMk id="12" creationId="{F653516C-FE99-08D8-6784-F760D5EE77F6}"/>
          </ac:spMkLst>
        </pc:spChg>
        <pc:spChg chg="del">
          <ac:chgData name="Becca Levin" userId="08c76d0b-4d1f-44f5-8508-8653b2f54768" providerId="ADAL" clId="{5AA3B8CE-AFEA-44FA-ACCD-448CA31DFD0A}" dt="2026-05-27T18:49:48.231" v="192" actId="478"/>
          <ac:spMkLst>
            <pc:docMk/>
            <pc:sldMk cId="1561611827" sldId="3388"/>
            <ac:spMk id="13" creationId="{3239E46B-555A-FF98-107D-1731B2520DED}"/>
          </ac:spMkLst>
        </pc:spChg>
        <pc:spChg chg="add mod">
          <ac:chgData name="Becca Levin" userId="08c76d0b-4d1f-44f5-8508-8653b2f54768" providerId="ADAL" clId="{5AA3B8CE-AFEA-44FA-ACCD-448CA31DFD0A}" dt="2026-05-27T19:04:03.310" v="1192" actId="1037"/>
          <ac:spMkLst>
            <pc:docMk/>
            <pc:sldMk cId="1561611827" sldId="3388"/>
            <ac:spMk id="15" creationId="{F4327855-41E4-0E61-6682-BCA67C1409DC}"/>
          </ac:spMkLst>
        </pc:spChg>
        <pc:spChg chg="add mod">
          <ac:chgData name="Becca Levin" userId="08c76d0b-4d1f-44f5-8508-8653b2f54768" providerId="ADAL" clId="{5AA3B8CE-AFEA-44FA-ACCD-448CA31DFD0A}" dt="2026-05-27T19:03:56.684" v="1169" actId="1037"/>
          <ac:spMkLst>
            <pc:docMk/>
            <pc:sldMk cId="1561611827" sldId="3388"/>
            <ac:spMk id="16" creationId="{8FF7C61A-DE36-34A6-0E63-0059C4A53ABA}"/>
          </ac:spMkLst>
        </pc:spChg>
        <pc:spChg chg="add mod">
          <ac:chgData name="Becca Levin" userId="08c76d0b-4d1f-44f5-8508-8653b2f54768" providerId="ADAL" clId="{5AA3B8CE-AFEA-44FA-ACCD-448CA31DFD0A}" dt="2026-05-27T19:03:51.640" v="1158" actId="1038"/>
          <ac:spMkLst>
            <pc:docMk/>
            <pc:sldMk cId="1561611827" sldId="3388"/>
            <ac:spMk id="17" creationId="{A653A0D6-D4E7-F8B6-78BE-DBA37935D3D7}"/>
          </ac:spMkLst>
        </pc:spChg>
        <pc:spChg chg="add mod">
          <ac:chgData name="Becca Levin" userId="08c76d0b-4d1f-44f5-8508-8653b2f54768" providerId="ADAL" clId="{5AA3B8CE-AFEA-44FA-ACCD-448CA31DFD0A}" dt="2026-05-27T19:03:45.735" v="1154" actId="1038"/>
          <ac:spMkLst>
            <pc:docMk/>
            <pc:sldMk cId="1561611827" sldId="3388"/>
            <ac:spMk id="18" creationId="{608AEAA1-8902-B518-A5BD-0AE06577BCA2}"/>
          </ac:spMkLst>
        </pc:spChg>
        <pc:spChg chg="add mod">
          <ac:chgData name="Becca Levin" userId="08c76d0b-4d1f-44f5-8508-8653b2f54768" providerId="ADAL" clId="{5AA3B8CE-AFEA-44FA-ACCD-448CA31DFD0A}" dt="2026-05-27T18:50:00.088" v="194" actId="1076"/>
          <ac:spMkLst>
            <pc:docMk/>
            <pc:sldMk cId="1561611827" sldId="3388"/>
            <ac:spMk id="19" creationId="{C31B8075-B3B6-195E-163A-D8E6C6D49ADC}"/>
          </ac:spMkLst>
        </pc:spChg>
        <pc:spChg chg="add mod">
          <ac:chgData name="Becca Levin" userId="08c76d0b-4d1f-44f5-8508-8653b2f54768" providerId="ADAL" clId="{5AA3B8CE-AFEA-44FA-ACCD-448CA31DFD0A}" dt="2026-05-27T18:51:44.785" v="322" actId="1036"/>
          <ac:spMkLst>
            <pc:docMk/>
            <pc:sldMk cId="1561611827" sldId="3388"/>
            <ac:spMk id="20" creationId="{39EAF3DC-A931-DD52-AE23-4DCD5A0AA726}"/>
          </ac:spMkLst>
        </pc:spChg>
        <pc:spChg chg="add del mod">
          <ac:chgData name="Becca Levin" userId="08c76d0b-4d1f-44f5-8508-8653b2f54768" providerId="ADAL" clId="{5AA3B8CE-AFEA-44FA-ACCD-448CA31DFD0A}" dt="2026-05-27T18:50:48.229" v="217" actId="478"/>
          <ac:spMkLst>
            <pc:docMk/>
            <pc:sldMk cId="1561611827" sldId="3388"/>
            <ac:spMk id="21" creationId="{53D8D133-9A88-5A31-F5FC-EB20E31D5A57}"/>
          </ac:spMkLst>
        </pc:spChg>
        <pc:graphicFrameChg chg="del">
          <ac:chgData name="Becca Levin" userId="08c76d0b-4d1f-44f5-8508-8653b2f54768" providerId="ADAL" clId="{5AA3B8CE-AFEA-44FA-ACCD-448CA31DFD0A}" dt="2026-05-27T18:49:48.231" v="192" actId="478"/>
          <ac:graphicFrameMkLst>
            <pc:docMk/>
            <pc:sldMk cId="1561611827" sldId="3388"/>
            <ac:graphicFrameMk id="6" creationId="{C0A4680A-25B9-3F03-A1DF-2C3F93CFF50C}"/>
          </ac:graphicFrameMkLst>
        </pc:graphicFrameChg>
        <pc:graphicFrameChg chg="add mod">
          <ac:chgData name="Becca Levin" userId="08c76d0b-4d1f-44f5-8508-8653b2f54768" providerId="ADAL" clId="{5AA3B8CE-AFEA-44FA-ACCD-448CA31DFD0A}" dt="2026-05-27T18:53:09.422" v="356" actId="207"/>
          <ac:graphicFrameMkLst>
            <pc:docMk/>
            <pc:sldMk cId="1561611827" sldId="3388"/>
            <ac:graphicFrameMk id="11" creationId="{BB7EF8AB-2C3D-447A-EE05-59741600BB5C}"/>
          </ac:graphicFrameMkLst>
        </pc:graphicFrameChg>
      </pc:sldChg>
      <pc:sldChg chg="addSp delSp modSp add mod">
        <pc:chgData name="Becca Levin" userId="08c76d0b-4d1f-44f5-8508-8653b2f54768" providerId="ADAL" clId="{5AA3B8CE-AFEA-44FA-ACCD-448CA31DFD0A}" dt="2026-05-27T18:59:45.739" v="804" actId="1076"/>
        <pc:sldMkLst>
          <pc:docMk/>
          <pc:sldMk cId="113326610" sldId="3389"/>
        </pc:sldMkLst>
        <pc:spChg chg="mod">
          <ac:chgData name="Becca Levin" userId="08c76d0b-4d1f-44f5-8508-8653b2f54768" providerId="ADAL" clId="{5AA3B8CE-AFEA-44FA-ACCD-448CA31DFD0A}" dt="2026-05-27T18:53:47.875" v="523" actId="20577"/>
          <ac:spMkLst>
            <pc:docMk/>
            <pc:sldMk cId="113326610" sldId="3389"/>
            <ac:spMk id="2" creationId="{71A27BC5-B7E0-8720-D379-97D5F999FEFF}"/>
          </ac:spMkLst>
        </pc:spChg>
        <pc:spChg chg="add del">
          <ac:chgData name="Becca Levin" userId="08c76d0b-4d1f-44f5-8508-8653b2f54768" providerId="ADAL" clId="{5AA3B8CE-AFEA-44FA-ACCD-448CA31DFD0A}" dt="2026-05-27T18:58:09.496" v="718" actId="478"/>
          <ac:spMkLst>
            <pc:docMk/>
            <pc:sldMk cId="113326610" sldId="3389"/>
            <ac:spMk id="6" creationId="{5F725BE5-7C1F-228F-D201-E7C41BAC6EEF}"/>
          </ac:spMkLst>
        </pc:spChg>
        <pc:spChg chg="add del mod">
          <ac:chgData name="Becca Levin" userId="08c76d0b-4d1f-44f5-8508-8653b2f54768" providerId="ADAL" clId="{5AA3B8CE-AFEA-44FA-ACCD-448CA31DFD0A}" dt="2026-05-27T18:58:30.656" v="723" actId="1076"/>
          <ac:spMkLst>
            <pc:docMk/>
            <pc:sldMk cId="113326610" sldId="3389"/>
            <ac:spMk id="7" creationId="{63507A9B-3053-E7ED-546D-CF0FC3E028D5}"/>
          </ac:spMkLst>
        </pc:spChg>
        <pc:spChg chg="del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8" creationId="{C1131DF1-860F-948A-3E92-19D0F558DA84}"/>
          </ac:spMkLst>
        </pc:spChg>
        <pc:spChg chg="del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9" creationId="{F9685EDF-0875-2FD0-42F8-9493D4CEFF51}"/>
          </ac:spMkLst>
        </pc:spChg>
        <pc:spChg chg="add del mod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10" creationId="{2AAA04F3-D72D-9E40-8256-4C683ECD6C20}"/>
          </ac:spMkLst>
        </pc:spChg>
        <pc:spChg chg="add del mod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12" creationId="{82543522-3124-31F3-F437-80E3177A9CF4}"/>
          </ac:spMkLst>
        </pc:spChg>
        <pc:spChg chg="del">
          <ac:chgData name="Becca Levin" userId="08c76d0b-4d1f-44f5-8508-8653b2f54768" providerId="ADAL" clId="{5AA3B8CE-AFEA-44FA-ACCD-448CA31DFD0A}" dt="2026-05-27T18:52:03.457" v="326" actId="478"/>
          <ac:spMkLst>
            <pc:docMk/>
            <pc:sldMk cId="113326610" sldId="3389"/>
            <ac:spMk id="15" creationId="{EA0F71BC-E4D5-7BB7-FF0E-359AAA41FA73}"/>
          </ac:spMkLst>
        </pc:spChg>
        <pc:spChg chg="del">
          <ac:chgData name="Becca Levin" userId="08c76d0b-4d1f-44f5-8508-8653b2f54768" providerId="ADAL" clId="{5AA3B8CE-AFEA-44FA-ACCD-448CA31DFD0A}" dt="2026-05-27T18:52:03.457" v="326" actId="478"/>
          <ac:spMkLst>
            <pc:docMk/>
            <pc:sldMk cId="113326610" sldId="3389"/>
            <ac:spMk id="16" creationId="{1BA9D5C9-7BDE-B535-A2E4-C924CC7CE0E0}"/>
          </ac:spMkLst>
        </pc:spChg>
        <pc:spChg chg="del">
          <ac:chgData name="Becca Levin" userId="08c76d0b-4d1f-44f5-8508-8653b2f54768" providerId="ADAL" clId="{5AA3B8CE-AFEA-44FA-ACCD-448CA31DFD0A}" dt="2026-05-27T18:52:03.457" v="326" actId="478"/>
          <ac:spMkLst>
            <pc:docMk/>
            <pc:sldMk cId="113326610" sldId="3389"/>
            <ac:spMk id="17" creationId="{6BAE4B91-9364-7019-325F-13A82C9C8298}"/>
          </ac:spMkLst>
        </pc:spChg>
        <pc:spChg chg="del">
          <ac:chgData name="Becca Levin" userId="08c76d0b-4d1f-44f5-8508-8653b2f54768" providerId="ADAL" clId="{5AA3B8CE-AFEA-44FA-ACCD-448CA31DFD0A}" dt="2026-05-27T18:52:03.457" v="326" actId="478"/>
          <ac:spMkLst>
            <pc:docMk/>
            <pc:sldMk cId="113326610" sldId="3389"/>
            <ac:spMk id="18" creationId="{298372DD-17F0-99F0-08BA-6813522552BA}"/>
          </ac:spMkLst>
        </pc:spChg>
        <pc:spChg chg="del">
          <ac:chgData name="Becca Levin" userId="08c76d0b-4d1f-44f5-8508-8653b2f54768" providerId="ADAL" clId="{5AA3B8CE-AFEA-44FA-ACCD-448CA31DFD0A}" dt="2026-05-27T18:52:03.457" v="326" actId="478"/>
          <ac:spMkLst>
            <pc:docMk/>
            <pc:sldMk cId="113326610" sldId="3389"/>
            <ac:spMk id="19" creationId="{3E33ECB5-DCB1-A2DF-4A87-FE174AEEB86B}"/>
          </ac:spMkLst>
        </pc:spChg>
        <pc:spChg chg="del">
          <ac:chgData name="Becca Levin" userId="08c76d0b-4d1f-44f5-8508-8653b2f54768" providerId="ADAL" clId="{5AA3B8CE-AFEA-44FA-ACCD-448CA31DFD0A}" dt="2026-05-27T18:51:59.771" v="325" actId="478"/>
          <ac:spMkLst>
            <pc:docMk/>
            <pc:sldMk cId="113326610" sldId="3389"/>
            <ac:spMk id="20" creationId="{8B4C4711-6534-8727-B931-1884D971742E}"/>
          </ac:spMkLst>
        </pc:spChg>
        <pc:spChg chg="add mod">
          <ac:chgData name="Becca Levin" userId="08c76d0b-4d1f-44f5-8508-8653b2f54768" providerId="ADAL" clId="{5AA3B8CE-AFEA-44FA-ACCD-448CA31DFD0A}" dt="2026-05-27T18:54:05.900" v="525" actId="1076"/>
          <ac:spMkLst>
            <pc:docMk/>
            <pc:sldMk cId="113326610" sldId="3389"/>
            <ac:spMk id="21" creationId="{144BACB2-C798-CF96-66C3-421474FED311}"/>
          </ac:spMkLst>
        </pc:spChg>
        <pc:spChg chg="del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22" creationId="{EE19A178-1D66-2952-276F-A45562122125}"/>
          </ac:spMkLst>
        </pc:spChg>
        <pc:spChg chg="del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23" creationId="{B2CF045F-5BA1-1808-7675-63D32199D718}"/>
          </ac:spMkLst>
        </pc:spChg>
        <pc:spChg chg="del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24" creationId="{21DD0576-0D5D-5E7E-ABFE-0FBB57F4A339}"/>
          </ac:spMkLst>
        </pc:spChg>
        <pc:spChg chg="del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25" creationId="{E3186A92-9BFA-9299-BCE3-2C074CE8514D}"/>
          </ac:spMkLst>
        </pc:spChg>
        <pc:spChg chg="del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26" creationId="{4AE01EFE-5A9B-4AC6-8735-338715AFF5FB}"/>
          </ac:spMkLst>
        </pc:spChg>
        <pc:spChg chg="del">
          <ac:chgData name="Becca Levin" userId="08c76d0b-4d1f-44f5-8508-8653b2f54768" providerId="ADAL" clId="{5AA3B8CE-AFEA-44FA-ACCD-448CA31DFD0A}" dt="2026-05-27T18:55:20.733" v="537" actId="478"/>
          <ac:spMkLst>
            <pc:docMk/>
            <pc:sldMk cId="113326610" sldId="3389"/>
            <ac:spMk id="27" creationId="{9EA8EE3C-E509-854F-A461-9F7AE39E3BD5}"/>
          </ac:spMkLst>
        </pc:spChg>
        <pc:spChg chg="del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29" creationId="{6F727E6B-0D64-DB0F-7325-3ED084711928}"/>
          </ac:spMkLst>
        </pc:spChg>
        <pc:spChg chg="del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31" creationId="{F9694E95-91D7-2F1C-8AA5-433C96AA9DAD}"/>
          </ac:spMkLst>
        </pc:spChg>
        <pc:spChg chg="del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32" creationId="{D5EB1FA6-F3BC-7485-9634-54A6DFA95D24}"/>
          </ac:spMkLst>
        </pc:spChg>
        <pc:spChg chg="add del mod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33" creationId="{DD6E1E22-1FB4-934C-BB24-A8E9B68F704C}"/>
          </ac:spMkLst>
        </pc:spChg>
        <pc:spChg chg="add del mod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36" creationId="{832F3EC7-4A1C-4E74-D590-C9F75C3D2617}"/>
          </ac:spMkLst>
        </pc:spChg>
        <pc:spChg chg="add mod">
          <ac:chgData name="Becca Levin" userId="08c76d0b-4d1f-44f5-8508-8653b2f54768" providerId="ADAL" clId="{5AA3B8CE-AFEA-44FA-ACCD-448CA31DFD0A}" dt="2026-05-27T18:54:05.900" v="525" actId="1076"/>
          <ac:spMkLst>
            <pc:docMk/>
            <pc:sldMk cId="113326610" sldId="3389"/>
            <ac:spMk id="37" creationId="{D21A8EBF-AB87-4430-2BD4-DEC2D25979E0}"/>
          </ac:spMkLst>
        </pc:spChg>
        <pc:spChg chg="del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40" creationId="{2E180E0D-79B1-D20A-D68E-A7927D15E921}"/>
          </ac:spMkLst>
        </pc:spChg>
        <pc:spChg chg="add mod">
          <ac:chgData name="Becca Levin" userId="08c76d0b-4d1f-44f5-8508-8653b2f54768" providerId="ADAL" clId="{5AA3B8CE-AFEA-44FA-ACCD-448CA31DFD0A}" dt="2026-05-27T18:54:05.900" v="525" actId="1076"/>
          <ac:spMkLst>
            <pc:docMk/>
            <pc:sldMk cId="113326610" sldId="3389"/>
            <ac:spMk id="41" creationId="{1B854181-C668-103D-C73D-2A30B0A0018B}"/>
          </ac:spMkLst>
        </pc:spChg>
        <pc:spChg chg="add mod">
          <ac:chgData name="Becca Levin" userId="08c76d0b-4d1f-44f5-8508-8653b2f54768" providerId="ADAL" clId="{5AA3B8CE-AFEA-44FA-ACCD-448CA31DFD0A}" dt="2026-05-27T18:54:05.900" v="525" actId="1076"/>
          <ac:spMkLst>
            <pc:docMk/>
            <pc:sldMk cId="113326610" sldId="3389"/>
            <ac:spMk id="42" creationId="{B8B60D71-FA02-6732-009A-08D8BFCF0A97}"/>
          </ac:spMkLst>
        </pc:spChg>
        <pc:spChg chg="del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43" creationId="{BCC4B268-CDE6-5539-93FB-8506934B5947}"/>
          </ac:spMkLst>
        </pc:spChg>
        <pc:spChg chg="del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45" creationId="{14A816C9-63C8-2B2F-84E2-3ED437A65AA7}"/>
          </ac:spMkLst>
        </pc:spChg>
        <pc:spChg chg="add mod">
          <ac:chgData name="Becca Levin" userId="08c76d0b-4d1f-44f5-8508-8653b2f54768" providerId="ADAL" clId="{5AA3B8CE-AFEA-44FA-ACCD-448CA31DFD0A}" dt="2026-05-27T18:54:05.900" v="525" actId="1076"/>
          <ac:spMkLst>
            <pc:docMk/>
            <pc:sldMk cId="113326610" sldId="3389"/>
            <ac:spMk id="46" creationId="{1C2E4298-5EA3-1AF9-A50A-82B52D4C26BC}"/>
          </ac:spMkLst>
        </pc:spChg>
        <pc:spChg chg="add del mod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47" creationId="{E5F50BD8-45EE-CCE2-6EAD-DA0365E9D2E6}"/>
          </ac:spMkLst>
        </pc:spChg>
        <pc:spChg chg="del">
          <ac:chgData name="Becca Levin" userId="08c76d0b-4d1f-44f5-8508-8653b2f54768" providerId="ADAL" clId="{5AA3B8CE-AFEA-44FA-ACCD-448CA31DFD0A}" dt="2026-05-27T18:54:59.902" v="532" actId="478"/>
          <ac:spMkLst>
            <pc:docMk/>
            <pc:sldMk cId="113326610" sldId="3389"/>
            <ac:spMk id="48" creationId="{C9DF077B-5C11-F41F-D5A4-2BA70BF282BC}"/>
          </ac:spMkLst>
        </pc:spChg>
        <pc:spChg chg="add mod ord">
          <ac:chgData name="Becca Levin" userId="08c76d0b-4d1f-44f5-8508-8653b2f54768" providerId="ADAL" clId="{5AA3B8CE-AFEA-44FA-ACCD-448CA31DFD0A}" dt="2026-05-27T18:54:25.367" v="531" actId="167"/>
          <ac:spMkLst>
            <pc:docMk/>
            <pc:sldMk cId="113326610" sldId="3389"/>
            <ac:spMk id="51" creationId="{73B97C69-BDC9-C72A-E2DA-F81AD1A200F7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53" creationId="{71E5E39B-463E-7F79-FCDF-BDFDC4AF164F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55" creationId="{DF51597C-7DD2-035A-096B-F2DF43729ACD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58" creationId="{C0E44505-5C70-B6E4-A94A-305AA7204E78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61" creationId="{8E389EED-47A0-4413-44B2-5EEC628DC7D5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63" creationId="{206679CE-F918-C3A4-2D9A-A0C6F0ABB595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64" creationId="{6949CEC5-A22C-BCE4-0471-E6076A355BC4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65" creationId="{5F221B96-75D7-7B8F-F4D1-3D4274EDED7F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68" creationId="{9674D1CA-9848-6B4A-EDBD-E65495F1186A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69" creationId="{6F89CAB4-B1F6-7E61-7E31-E8E24907FF8D}"/>
          </ac:spMkLst>
        </pc:spChg>
        <pc:spChg chg="add del mod">
          <ac:chgData name="Becca Levin" userId="08c76d0b-4d1f-44f5-8508-8653b2f54768" providerId="ADAL" clId="{5AA3B8CE-AFEA-44FA-ACCD-448CA31DFD0A}" dt="2026-05-27T18:55:09.707" v="534" actId="478"/>
          <ac:spMkLst>
            <pc:docMk/>
            <pc:sldMk cId="113326610" sldId="3389"/>
            <ac:spMk id="71" creationId="{900816FF-248C-B6C6-CBBC-C052651D4214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73" creationId="{FCA31F7A-50DE-095F-7A1D-D01F5AE5F883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74" creationId="{D11B480E-D0BD-CD4D-6E6F-64A6313B5E23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76" creationId="{F9B40496-5AD1-25D7-EF4C-E986D0E8B55C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79" creationId="{54C693C1-91BF-7B78-3BDF-272162157E8F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81" creationId="{99D63945-A642-8C3A-DB1D-CD38017602D2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83" creationId="{CDD9F208-401B-6B90-5A3A-CDAAF7D772A3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85" creationId="{A16FC4A7-570B-237C-8F24-32A2DAE082CC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86" creationId="{176A6F26-3F23-4AC3-52FB-423E6EF68FEF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90" creationId="{06675130-348F-2939-6083-845533B83A5D}"/>
          </ac:spMkLst>
        </pc:spChg>
        <pc:spChg chg="add mod">
          <ac:chgData name="Becca Levin" userId="08c76d0b-4d1f-44f5-8508-8653b2f54768" providerId="ADAL" clId="{5AA3B8CE-AFEA-44FA-ACCD-448CA31DFD0A}" dt="2026-05-27T18:59:45.739" v="804" actId="1076"/>
          <ac:spMkLst>
            <pc:docMk/>
            <pc:sldMk cId="113326610" sldId="3389"/>
            <ac:spMk id="91" creationId="{B14236E4-07CB-46A0-2DE7-25F79BBD3FAF}"/>
          </ac:spMkLst>
        </pc:spChg>
        <pc:spChg chg="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95" creationId="{226EE4C3-20C1-28DC-2DAF-7BBE27CD503B}"/>
          </ac:spMkLst>
        </pc:spChg>
        <pc:spChg chg="add 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96" creationId="{F51F544B-7D82-86EC-59C2-CF2AF83B6627}"/>
          </ac:spMkLst>
        </pc:spChg>
        <pc:spChg chg="add 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97" creationId="{4FFC0B6E-6438-F4D3-1E46-9AE26A401A51}"/>
          </ac:spMkLst>
        </pc:spChg>
        <pc:spChg chg="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98" creationId="{027D7E06-2966-93C0-B444-2D3AFE49220B}"/>
          </ac:spMkLst>
        </pc:spChg>
        <pc:spChg chg="add 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99" creationId="{AF1E5277-E64A-2B70-12DF-7D087089C33A}"/>
          </ac:spMkLst>
        </pc:spChg>
        <pc:spChg chg="add 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100" creationId="{06FC69F1-626B-345E-3D36-43AA0E593DFC}"/>
          </ac:spMkLst>
        </pc:spChg>
        <pc:spChg chg="add 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101" creationId="{CC6DDE21-0664-F946-BD2F-561BDAD07EA4}"/>
          </ac:spMkLst>
        </pc:spChg>
        <pc:spChg chg="add mod">
          <ac:chgData name="Becca Levin" userId="08c76d0b-4d1f-44f5-8508-8653b2f54768" providerId="ADAL" clId="{5AA3B8CE-AFEA-44FA-ACCD-448CA31DFD0A}" dt="2026-05-27T18:56:23.798" v="612" actId="1035"/>
          <ac:spMkLst>
            <pc:docMk/>
            <pc:sldMk cId="113326610" sldId="3389"/>
            <ac:spMk id="102" creationId="{913280A2-DBA7-7C4A-2DF0-FA15A9CFE147}"/>
          </ac:spMkLst>
        </pc:spChg>
        <pc:spChg chg="add mod">
          <ac:chgData name="Becca Levin" userId="08c76d0b-4d1f-44f5-8508-8653b2f54768" providerId="ADAL" clId="{5AA3B8CE-AFEA-44FA-ACCD-448CA31DFD0A}" dt="2026-05-27T18:56:40.688" v="616" actId="554"/>
          <ac:spMkLst>
            <pc:docMk/>
            <pc:sldMk cId="113326610" sldId="3389"/>
            <ac:spMk id="103" creationId="{AFE3B944-19F7-EB32-BD7B-F4E09FFB678C}"/>
          </ac:spMkLst>
        </pc:spChg>
        <pc:spChg chg="add mod">
          <ac:chgData name="Becca Levin" userId="08c76d0b-4d1f-44f5-8508-8653b2f54768" providerId="ADAL" clId="{5AA3B8CE-AFEA-44FA-ACCD-448CA31DFD0A}" dt="2026-05-27T18:56:49.424" v="620" actId="1036"/>
          <ac:spMkLst>
            <pc:docMk/>
            <pc:sldMk cId="113326610" sldId="3389"/>
            <ac:spMk id="104" creationId="{9E0BD337-88D1-FBD5-FD15-D24C8211F2EA}"/>
          </ac:spMkLst>
        </pc:spChg>
        <pc:spChg chg="add 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105" creationId="{E16C7350-F38B-43A9-32F8-866AE1E766D7}"/>
          </ac:spMkLst>
        </pc:spChg>
        <pc:spChg chg="add mod">
          <ac:chgData name="Becca Levin" userId="08c76d0b-4d1f-44f5-8508-8653b2f54768" providerId="ADAL" clId="{5AA3B8CE-AFEA-44FA-ACCD-448CA31DFD0A}" dt="2026-05-27T18:58:23.905" v="722" actId="1076"/>
          <ac:spMkLst>
            <pc:docMk/>
            <pc:sldMk cId="113326610" sldId="3389"/>
            <ac:spMk id="106" creationId="{841E108B-CA6C-8C9F-BE23-11F7F7FD7445}"/>
          </ac:spMkLst>
        </pc:spChg>
        <pc:spChg chg="add mod">
          <ac:chgData name="Becca Levin" userId="08c76d0b-4d1f-44f5-8508-8653b2f54768" providerId="ADAL" clId="{5AA3B8CE-AFEA-44FA-ACCD-448CA31DFD0A}" dt="2026-05-27T18:58:36.287" v="724" actId="571"/>
          <ac:spMkLst>
            <pc:docMk/>
            <pc:sldMk cId="113326610" sldId="3389"/>
            <ac:spMk id="107" creationId="{8D3C6FA3-905F-2D72-5DD5-0A1878C3F874}"/>
          </ac:spMkLst>
        </pc:spChg>
        <pc:spChg chg="add mod ord">
          <ac:chgData name="Becca Levin" userId="08c76d0b-4d1f-44f5-8508-8653b2f54768" providerId="ADAL" clId="{5AA3B8CE-AFEA-44FA-ACCD-448CA31DFD0A}" dt="2026-05-27T18:59:39.670" v="803" actId="167"/>
          <ac:spMkLst>
            <pc:docMk/>
            <pc:sldMk cId="113326610" sldId="3389"/>
            <ac:spMk id="108" creationId="{FCAB7CC1-2599-298A-D380-26E4DBB4A7FA}"/>
          </ac:spMkLst>
        </pc:spChg>
        <pc:graphicFrameChg chg="del">
          <ac:chgData name="Becca Levin" userId="08c76d0b-4d1f-44f5-8508-8653b2f54768" providerId="ADAL" clId="{5AA3B8CE-AFEA-44FA-ACCD-448CA31DFD0A}" dt="2026-05-27T18:51:59.771" v="325" actId="478"/>
          <ac:graphicFrameMkLst>
            <pc:docMk/>
            <pc:sldMk cId="113326610" sldId="3389"/>
            <ac:graphicFrameMk id="11" creationId="{4CAD2C47-720D-C212-B452-871750DDD867}"/>
          </ac:graphicFrameMkLst>
        </pc:graphicFrameChg>
      </pc:sldChg>
      <pc:sldChg chg="add del">
        <pc:chgData name="Becca Levin" userId="08c76d0b-4d1f-44f5-8508-8653b2f54768" providerId="ADAL" clId="{5AA3B8CE-AFEA-44FA-ACCD-448CA31DFD0A}" dt="2026-05-27T19:00:02.003" v="809"/>
        <pc:sldMkLst>
          <pc:docMk/>
          <pc:sldMk cId="2349794361" sldId="3390"/>
        </pc:sldMkLst>
      </pc:sldChg>
      <pc:sldChg chg="addSp delSp modSp add mod ord">
        <pc:chgData name="Becca Levin" userId="08c76d0b-4d1f-44f5-8508-8653b2f54768" providerId="ADAL" clId="{5AA3B8CE-AFEA-44FA-ACCD-448CA31DFD0A}" dt="2026-05-27T19:03:06.395" v="1125" actId="14100"/>
        <pc:sldMkLst>
          <pc:docMk/>
          <pc:sldMk cId="3422100561" sldId="3390"/>
        </pc:sldMkLst>
        <pc:spChg chg="mod">
          <ac:chgData name="Becca Levin" userId="08c76d0b-4d1f-44f5-8508-8653b2f54768" providerId="ADAL" clId="{5AA3B8CE-AFEA-44FA-ACCD-448CA31DFD0A}" dt="2026-05-27T19:02:03.887" v="1052" actId="20577"/>
          <ac:spMkLst>
            <pc:docMk/>
            <pc:sldMk cId="3422100561" sldId="3390"/>
            <ac:spMk id="2" creationId="{C2A614DF-28F0-1BE6-3A9D-FA0F337FFD25}"/>
          </ac:spMkLst>
        </pc:spChg>
        <pc:spChg chg="mod">
          <ac:chgData name="Becca Levin" userId="08c76d0b-4d1f-44f5-8508-8653b2f54768" providerId="ADAL" clId="{5AA3B8CE-AFEA-44FA-ACCD-448CA31DFD0A}" dt="2026-05-27T19:01:48.881" v="1028" actId="1076"/>
          <ac:spMkLst>
            <pc:docMk/>
            <pc:sldMk cId="3422100561" sldId="3390"/>
            <ac:spMk id="6" creationId="{6F0AB01B-F006-185E-C9E3-B6B2D61589C8}"/>
          </ac:spMkLst>
        </pc:spChg>
        <pc:spChg chg="add mod">
          <ac:chgData name="Becca Levin" userId="08c76d0b-4d1f-44f5-8508-8653b2f54768" providerId="ADAL" clId="{5AA3B8CE-AFEA-44FA-ACCD-448CA31DFD0A}" dt="2026-05-27T19:01:37.027" v="994" actId="14100"/>
          <ac:spMkLst>
            <pc:docMk/>
            <pc:sldMk cId="3422100561" sldId="3390"/>
            <ac:spMk id="8" creationId="{648A2B92-01C3-F4B4-105B-542FA877D60A}"/>
          </ac:spMkLst>
        </pc:spChg>
        <pc:spChg chg="add mod">
          <ac:chgData name="Becca Levin" userId="08c76d0b-4d1f-44f5-8508-8653b2f54768" providerId="ADAL" clId="{5AA3B8CE-AFEA-44FA-ACCD-448CA31DFD0A}" dt="2026-05-27T19:00:24.552" v="816" actId="1076"/>
          <ac:spMkLst>
            <pc:docMk/>
            <pc:sldMk cId="3422100561" sldId="3390"/>
            <ac:spMk id="10" creationId="{D6BBE192-4D33-2407-D68C-9D442E6FA036}"/>
          </ac:spMkLst>
        </pc:spChg>
        <pc:spChg chg="add mod">
          <ac:chgData name="Becca Levin" userId="08c76d0b-4d1f-44f5-8508-8653b2f54768" providerId="ADAL" clId="{5AA3B8CE-AFEA-44FA-ACCD-448CA31DFD0A}" dt="2026-05-27T19:00:24.552" v="816" actId="1076"/>
          <ac:spMkLst>
            <pc:docMk/>
            <pc:sldMk cId="3422100561" sldId="3390"/>
            <ac:spMk id="11" creationId="{BEA1384D-6802-D5C5-02FB-9EBD132B4B7E}"/>
          </ac:spMkLst>
        </pc:spChg>
        <pc:spChg chg="add mod">
          <ac:chgData name="Becca Levin" userId="08c76d0b-4d1f-44f5-8508-8653b2f54768" providerId="ADAL" clId="{5AA3B8CE-AFEA-44FA-ACCD-448CA31DFD0A}" dt="2026-05-27T19:00:24.552" v="816" actId="1076"/>
          <ac:spMkLst>
            <pc:docMk/>
            <pc:sldMk cId="3422100561" sldId="3390"/>
            <ac:spMk id="12" creationId="{5610A101-F9F3-48A2-4CAD-509F75344112}"/>
          </ac:spMkLst>
        </pc:spChg>
        <pc:spChg chg="mod">
          <ac:chgData name="Becca Levin" userId="08c76d0b-4d1f-44f5-8508-8653b2f54768" providerId="ADAL" clId="{5AA3B8CE-AFEA-44FA-ACCD-448CA31DFD0A}" dt="2026-05-27T19:01:45.213" v="1027" actId="20577"/>
          <ac:spMkLst>
            <pc:docMk/>
            <pc:sldMk cId="3422100561" sldId="3390"/>
            <ac:spMk id="17" creationId="{14C750C9-3DE4-03E2-E588-C8BADE5BC7CB}"/>
          </ac:spMkLst>
        </pc:spChg>
        <pc:spChg chg="add mod">
          <ac:chgData name="Becca Levin" userId="08c76d0b-4d1f-44f5-8508-8653b2f54768" providerId="ADAL" clId="{5AA3B8CE-AFEA-44FA-ACCD-448CA31DFD0A}" dt="2026-05-27T19:00:24.552" v="816" actId="1076"/>
          <ac:spMkLst>
            <pc:docMk/>
            <pc:sldMk cId="3422100561" sldId="3390"/>
            <ac:spMk id="18" creationId="{BF3E9919-E7FA-E2BB-DCC7-686610DC0BA3}"/>
          </ac:spMkLst>
        </pc:spChg>
        <pc:spChg chg="mod">
          <ac:chgData name="Becca Levin" userId="08c76d0b-4d1f-44f5-8508-8653b2f54768" providerId="ADAL" clId="{5AA3B8CE-AFEA-44FA-ACCD-448CA31DFD0A}" dt="2026-05-27T19:01:58.492" v="1050" actId="1035"/>
          <ac:spMkLst>
            <pc:docMk/>
            <pc:sldMk cId="3422100561" sldId="3390"/>
            <ac:spMk id="20" creationId="{309D9957-59EF-8B3A-9B97-ED58302B9C5F}"/>
          </ac:spMkLst>
        </pc:spChg>
        <pc:spChg chg="add mod">
          <ac:chgData name="Becca Levin" userId="08c76d0b-4d1f-44f5-8508-8653b2f54768" providerId="ADAL" clId="{5AA3B8CE-AFEA-44FA-ACCD-448CA31DFD0A}" dt="2026-05-27T19:01:58.492" v="1050" actId="1035"/>
          <ac:spMkLst>
            <pc:docMk/>
            <pc:sldMk cId="3422100561" sldId="3390"/>
            <ac:spMk id="21" creationId="{2A62331B-095C-7869-D153-CA6B04F20ADA}"/>
          </ac:spMkLst>
        </pc:spChg>
        <pc:spChg chg="add mod">
          <ac:chgData name="Becca Levin" userId="08c76d0b-4d1f-44f5-8508-8653b2f54768" providerId="ADAL" clId="{5AA3B8CE-AFEA-44FA-ACCD-448CA31DFD0A}" dt="2026-05-27T19:02:47.721" v="1103" actId="14100"/>
          <ac:spMkLst>
            <pc:docMk/>
            <pc:sldMk cId="3422100561" sldId="3390"/>
            <ac:spMk id="22" creationId="{BBFF82FB-48D2-18AB-B27B-EA4BDBC17320}"/>
          </ac:spMkLst>
        </pc:spChg>
        <pc:spChg chg="add mod">
          <ac:chgData name="Becca Levin" userId="08c76d0b-4d1f-44f5-8508-8653b2f54768" providerId="ADAL" clId="{5AA3B8CE-AFEA-44FA-ACCD-448CA31DFD0A}" dt="2026-05-27T19:01:58.492" v="1050" actId="1035"/>
          <ac:spMkLst>
            <pc:docMk/>
            <pc:sldMk cId="3422100561" sldId="3390"/>
            <ac:spMk id="23" creationId="{37305234-06DB-0F7D-6568-C25EC4D91128}"/>
          </ac:spMkLst>
        </pc:spChg>
        <pc:spChg chg="add mod">
          <ac:chgData name="Becca Levin" userId="08c76d0b-4d1f-44f5-8508-8653b2f54768" providerId="ADAL" clId="{5AA3B8CE-AFEA-44FA-ACCD-448CA31DFD0A}" dt="2026-05-27T19:02:56.556" v="1113" actId="14100"/>
          <ac:spMkLst>
            <pc:docMk/>
            <pc:sldMk cId="3422100561" sldId="3390"/>
            <ac:spMk id="24" creationId="{DC9669B3-86A7-DAC9-B9E1-CF73B0D1A08F}"/>
          </ac:spMkLst>
        </pc:spChg>
        <pc:spChg chg="add mod">
          <ac:chgData name="Becca Levin" userId="08c76d0b-4d1f-44f5-8508-8653b2f54768" providerId="ADAL" clId="{5AA3B8CE-AFEA-44FA-ACCD-448CA31DFD0A}" dt="2026-05-27T19:01:58.492" v="1050" actId="1035"/>
          <ac:spMkLst>
            <pc:docMk/>
            <pc:sldMk cId="3422100561" sldId="3390"/>
            <ac:spMk id="25" creationId="{453EB060-2B38-1C1B-B3A8-1F65DF53FE43}"/>
          </ac:spMkLst>
        </pc:spChg>
        <pc:spChg chg="mod">
          <ac:chgData name="Becca Levin" userId="08c76d0b-4d1f-44f5-8508-8653b2f54768" providerId="ADAL" clId="{5AA3B8CE-AFEA-44FA-ACCD-448CA31DFD0A}" dt="2026-05-27T19:03:01.788" v="1119" actId="14100"/>
          <ac:spMkLst>
            <pc:docMk/>
            <pc:sldMk cId="3422100561" sldId="3390"/>
            <ac:spMk id="26" creationId="{5C2C0B05-5510-09BA-5C7D-8B8D58B56CF0}"/>
          </ac:spMkLst>
        </pc:spChg>
        <pc:spChg chg="mod">
          <ac:chgData name="Becca Levin" userId="08c76d0b-4d1f-44f5-8508-8653b2f54768" providerId="ADAL" clId="{5AA3B8CE-AFEA-44FA-ACCD-448CA31DFD0A}" dt="2026-05-27T19:01:58.492" v="1050" actId="1035"/>
          <ac:spMkLst>
            <pc:docMk/>
            <pc:sldMk cId="3422100561" sldId="3390"/>
            <ac:spMk id="27" creationId="{D699B3E9-F5C6-EF24-5EA4-78B3CE4E0172}"/>
          </ac:spMkLst>
        </pc:spChg>
        <pc:spChg chg="mod">
          <ac:chgData name="Becca Levin" userId="08c76d0b-4d1f-44f5-8508-8653b2f54768" providerId="ADAL" clId="{5AA3B8CE-AFEA-44FA-ACCD-448CA31DFD0A}" dt="2026-05-27T19:03:06.395" v="1125" actId="14100"/>
          <ac:spMkLst>
            <pc:docMk/>
            <pc:sldMk cId="3422100561" sldId="3390"/>
            <ac:spMk id="29" creationId="{57852D8C-0676-D869-9CF1-90AC3BA0B236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79" creationId="{174CF142-D9D6-A264-C206-D6A0893BD708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83" creationId="{2FB51A47-DAFB-519C-4592-FA1FAB08A0E7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86" creationId="{6DD546D1-D5E5-636F-ACE3-64FE909F4CF0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88" creationId="{A50A54E9-7CB0-AEE4-9E68-AA1675564657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96" creationId="{D662926F-53EF-553F-83E0-228FFC63CF8C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100" creationId="{6BD13FE4-632A-44EE-7562-55D97A27CE6E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101" creationId="{25A69F9B-0FF2-9BC2-D668-5C9AF4AF7DE6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102" creationId="{FC414639-450C-4C2C-E1B4-D61D2D9E3427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104" creationId="{F8E06415-A957-3537-BE40-94F8CEB8A13F}"/>
          </ac:spMkLst>
        </pc:spChg>
        <pc:spChg chg="del">
          <ac:chgData name="Becca Levin" userId="08c76d0b-4d1f-44f5-8508-8653b2f54768" providerId="ADAL" clId="{5AA3B8CE-AFEA-44FA-ACCD-448CA31DFD0A}" dt="2026-05-27T19:00:10.732" v="813" actId="478"/>
          <ac:spMkLst>
            <pc:docMk/>
            <pc:sldMk cId="3422100561" sldId="3390"/>
            <ac:spMk id="107" creationId="{A65CF05E-2F8B-ECA1-91BD-27695D5705E0}"/>
          </ac:spMkLst>
        </pc:spChg>
        <pc:spChg chg="del">
          <ac:chgData name="Becca Levin" userId="08c76d0b-4d1f-44f5-8508-8653b2f54768" providerId="ADAL" clId="{5AA3B8CE-AFEA-44FA-ACCD-448CA31DFD0A}" dt="2026-05-27T19:00:12.250" v="814" actId="478"/>
          <ac:spMkLst>
            <pc:docMk/>
            <pc:sldMk cId="3422100561" sldId="3390"/>
            <ac:spMk id="108" creationId="{929A3E96-05E2-E5BC-DD28-9B7445BDDB82}"/>
          </ac:spMkLst>
        </pc:spChg>
      </pc:sldChg>
      <pc:sldMasterChg chg="del delSldLayout">
        <pc:chgData name="Becca Levin" userId="08c76d0b-4d1f-44f5-8508-8653b2f54768" providerId="ADAL" clId="{5AA3B8CE-AFEA-44FA-ACCD-448CA31DFD0A}" dt="2026-05-27T19:03:08.943" v="1126" actId="47"/>
        <pc:sldMasterMkLst>
          <pc:docMk/>
          <pc:sldMasterMk cId="0" sldId="2147483648"/>
        </pc:sldMasterMkLst>
        <pc:sldLayoutChg chg="del">
          <pc:chgData name="Becca Levin" userId="08c76d0b-4d1f-44f5-8508-8653b2f54768" providerId="ADAL" clId="{5AA3B8CE-AFEA-44FA-ACCD-448CA31DFD0A}" dt="2026-05-27T19:03:08.943" v="1126" actId="4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RayzeBio</c:v>
                </c:pt>
              </c:strCache>
            </c:strRef>
          </c:tx>
          <c:spPr>
            <a:ln w="15875" cap="flat">
              <a:solidFill>
                <a:srgbClr val="00292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2924"/>
              </a:solidFill>
              <a:ln w="9525" cap="flat">
                <a:solidFill>
                  <a:srgbClr val="00292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45</c:v>
                </c:pt>
                <c:pt idx="2">
                  <c:v>150</c:v>
                </c:pt>
                <c:pt idx="3">
                  <c:v>258</c:v>
                </c:pt>
                <c:pt idx="4">
                  <c:v>418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74-46FB-B503-7EDECADDC5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Aktis</c:v>
                </c:pt>
              </c:strCache>
            </c:strRef>
          </c:tx>
          <c:spPr>
            <a:ln w="15875" cap="flat">
              <a:solidFill>
                <a:srgbClr val="6189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1896E"/>
              </a:solidFill>
              <a:ln w="9525" cap="flat">
                <a:solidFill>
                  <a:srgbClr val="61896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72</c:v>
                </c:pt>
                <c:pt idx="2">
                  <c:v>156</c:v>
                </c:pt>
                <c:pt idx="3">
                  <c:v>331</c:v>
                </c:pt>
                <c:pt idx="4">
                  <c:v>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74-46FB-B503-7EDECADDC5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Fusion</c:v>
                </c:pt>
              </c:strCache>
            </c:strRef>
          </c:tx>
          <c:spPr>
            <a:ln w="15875" cap="flat">
              <a:solidFill>
                <a:srgbClr val="5475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475E8"/>
              </a:solidFill>
              <a:ln w="9525" cap="flat">
                <a:solidFill>
                  <a:srgbClr val="5475E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46</c:v>
                </c:pt>
                <c:pt idx="2">
                  <c:v>158</c:v>
                </c:pt>
                <c:pt idx="3">
                  <c:v>371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74-46FB-B503-7EDECADDC5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Mariana</c:v>
                </c:pt>
              </c:strCache>
            </c:strRef>
          </c:tx>
          <c:spPr>
            <a:ln w="15875" cap="flat">
              <a:solidFill>
                <a:srgbClr val="8F1A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F1A43"/>
              </a:solidFill>
              <a:ln w="9525" cap="flat">
                <a:solidFill>
                  <a:srgbClr val="8F1A4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75</c:v>
                </c:pt>
                <c:pt idx="2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D74-46FB-B503-7EDECADDC57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Convergent</c:v>
                </c:pt>
              </c:strCache>
            </c:strRef>
          </c:tx>
          <c:spPr>
            <a:ln w="15875" cap="flat">
              <a:solidFill>
                <a:schemeClr val="accent4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>
                  <a:lumMod val="50000"/>
                </a:schemeClr>
              </a:solidFill>
              <a:ln w="9525" cap="flat">
                <a:solidFill>
                  <a:schemeClr val="accent4">
                    <a:lumMod val="50000"/>
                  </a:schemeClr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Formation</c:v>
                </c:pt>
                <c:pt idx="1">
                  <c:v>1st raise</c:v>
                </c:pt>
                <c:pt idx="2">
                  <c:v>2nd raise</c:v>
                </c:pt>
                <c:pt idx="3">
                  <c:v>3rd raise</c:v>
                </c:pt>
                <c:pt idx="4">
                  <c:v>4th raise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90</c:v>
                </c:pt>
                <c:pt idx="2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D74-46FB-B503-7EDECADDC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>
                    <a:solidFill>
                      <a:schemeClr val="tx2"/>
                    </a:solidFill>
                  </a:defRPr>
                </a:pPr>
                <a:r>
                  <a:rPr lang="en-US" sz="900" b="0" dirty="0">
                    <a:solidFill>
                      <a:schemeClr val="tx2"/>
                    </a:solidFill>
                  </a:rPr>
                  <a:t>Total Raised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raise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RayzeBio</c:v>
                </c:pt>
                <c:pt idx="1">
                  <c:v>Aktis</c:v>
                </c:pt>
                <c:pt idx="2">
                  <c:v>Fusion</c:v>
                </c:pt>
                <c:pt idx="3">
                  <c:v>Mariana</c:v>
                </c:pt>
                <c:pt idx="4">
                  <c:v>Convergent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72</c:v>
                </c:pt>
                <c:pt idx="2">
                  <c:v>46</c:v>
                </c:pt>
                <c:pt idx="3">
                  <c:v>75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8B-4ED6-BEAF-5E599CAD8B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raise</c:v>
                </c:pt>
              </c:strCache>
            </c:strRef>
          </c:tx>
          <c:spPr>
            <a:solidFill>
              <a:srgbClr val="61896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RayzeBio</c:v>
                </c:pt>
                <c:pt idx="1">
                  <c:v>Aktis</c:v>
                </c:pt>
                <c:pt idx="2">
                  <c:v>Fusion</c:v>
                </c:pt>
                <c:pt idx="3">
                  <c:v>Mariana</c:v>
                </c:pt>
                <c:pt idx="4">
                  <c:v>Convergent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105</c:v>
                </c:pt>
                <c:pt idx="1">
                  <c:v>84</c:v>
                </c:pt>
                <c:pt idx="2">
                  <c:v>112</c:v>
                </c:pt>
                <c:pt idx="3">
                  <c:v>175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8B-4ED6-BEAF-5E599CAD8B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raise</c:v>
                </c:pt>
              </c:strCache>
            </c:strRef>
          </c:tx>
          <c:spPr>
            <a:solidFill>
              <a:srgbClr val="B1C8B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RayzeBio</c:v>
                </c:pt>
                <c:pt idx="1">
                  <c:v>Aktis</c:v>
                </c:pt>
                <c:pt idx="2">
                  <c:v>Fusion</c:v>
                </c:pt>
                <c:pt idx="3">
                  <c:v>Mariana</c:v>
                </c:pt>
                <c:pt idx="4">
                  <c:v>Convergent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108</c:v>
                </c:pt>
                <c:pt idx="1">
                  <c:v>175</c:v>
                </c:pt>
                <c:pt idx="2">
                  <c:v>213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8B-4ED6-BEAF-5E599CAD8B2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4th raise</c:v>
                </c:pt>
              </c:strCache>
            </c:strRef>
          </c:tx>
          <c:spPr>
            <a:solidFill>
              <a:srgbClr val="D5ED9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RayzeBio</c:v>
                </c:pt>
                <c:pt idx="1">
                  <c:v>Aktis</c:v>
                </c:pt>
                <c:pt idx="2">
                  <c:v>Fusion</c:v>
                </c:pt>
                <c:pt idx="3">
                  <c:v>Mariana</c:v>
                </c:pt>
                <c:pt idx="4">
                  <c:v>Convergent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160</c:v>
                </c:pt>
                <c:pt idx="1">
                  <c:v>318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D8B-4ED6-BEAF-5E599CAD8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"/>
          <c:min val="0"/>
        </c:scaling>
        <c:delete val="0"/>
        <c:axPos val="l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r>
                  <a:rPr lang="en-US" dirty="0">
                    <a:solidFill>
                      <a:schemeClr val="tx2"/>
                    </a:solidFill>
                  </a:rPr>
                  <a:t>Total Raised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raise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Convergent</c:v>
                </c:pt>
                <c:pt idx="1">
                  <c:v>Mariana</c:v>
                </c:pt>
                <c:pt idx="2">
                  <c:v>Aktis</c:v>
                </c:pt>
                <c:pt idx="3">
                  <c:v>Fusion</c:v>
                </c:pt>
                <c:pt idx="4">
                  <c:v>RayzeBio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75</c:v>
                </c:pt>
                <c:pt idx="2">
                  <c:v>72</c:v>
                </c:pt>
                <c:pt idx="3">
                  <c:v>46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B3-4024-987E-297C8C8C23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t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1st raise ($M)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Convergent</c:v>
                </c:pt>
                <c:pt idx="1">
                  <c:v>Mariana</c:v>
                </c:pt>
                <c:pt idx="2">
                  <c:v>Aktis</c:v>
                </c:pt>
                <c:pt idx="3">
                  <c:v>Fusion</c:v>
                </c:pt>
                <c:pt idx="4">
                  <c:v>RayzeBio</c:v>
                </c:pt>
                <c:pt idx="5">
                  <c:v>Sego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75</c:v>
                </c:pt>
                <c:pt idx="2">
                  <c:v>72</c:v>
                </c:pt>
                <c:pt idx="3">
                  <c:v>46</c:v>
                </c:pt>
                <c:pt idx="4">
                  <c:v>45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36-46EA-A9A0-F138F64338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Add'l capital raised before manufacturing build</c:v>
                </c:pt>
              </c:strCache>
            </c:strRef>
          </c:tx>
          <c:spPr>
            <a:solidFill>
              <a:srgbClr val="B1C8B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Convergent</c:v>
                </c:pt>
                <c:pt idx="1">
                  <c:v>Mariana</c:v>
                </c:pt>
                <c:pt idx="2">
                  <c:v>Aktis</c:v>
                </c:pt>
                <c:pt idx="3">
                  <c:v>Fusion</c:v>
                </c:pt>
                <c:pt idx="4">
                  <c:v>RayzeBio</c:v>
                </c:pt>
                <c:pt idx="5">
                  <c:v>Sego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175</c:v>
                </c:pt>
                <c:pt idx="2">
                  <c:v>577</c:v>
                </c:pt>
                <c:pt idx="3">
                  <c:v>325</c:v>
                </c:pt>
                <c:pt idx="4">
                  <c:v>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36-46EA-A9A0-F138F64338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t"/>
        <c:majorGridlines>
          <c:spPr>
            <a:ln w="6350" cap="flat">
              <a:solidFill>
                <a:srgbClr val="DED6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382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0910-A0C0-68BB-7B53-15FDAD26F0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7744" y="2194542"/>
            <a:ext cx="8713376" cy="320058"/>
          </a:xfrm>
        </p:spPr>
        <p:txBody>
          <a:bodyPr/>
          <a:lstStyle>
            <a:lvl1pPr>
              <a:defRPr spc="-20">
                <a:solidFill>
                  <a:schemeClr val="bg1"/>
                </a:solidFill>
              </a:defRPr>
            </a:lvl1pPr>
          </a:lstStyle>
          <a:p>
            <a:r>
              <a:rPr lang="en-US"/>
              <a:t>Innovative end-to-end drug platform technology company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4FF15-ACE1-BC40-45CB-34D1B57152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EC72E-7D93-4BA5-9C9F-9730CC1FC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Date Placeholder 21">
            <a:extLst>
              <a:ext uri="{FF2B5EF4-FFF2-40B4-BE49-F238E27FC236}">
                <a16:creationId xmlns:a16="http://schemas.microsoft.com/office/drawing/2014/main" id="{538CCEA6-28D6-432F-620A-5FA841D9A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71034" y="4869180"/>
            <a:ext cx="680085" cy="823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600" spc="-29" smtClean="0">
                <a:solidFill>
                  <a:schemeClr val="tx1"/>
                </a:solidFill>
              </a:defRPr>
            </a:lvl1pPr>
          </a:lstStyle>
          <a:p>
            <a:fld id="{BC01B09E-BD2E-4777-B4D4-F6B540230C58}" type="datetime6">
              <a:rPr lang="en-GB" smtClean="0"/>
              <a:pPr/>
              <a:t>May 26</a:t>
            </a:fld>
            <a:endParaRPr lang="en-GB" sz="600"/>
          </a:p>
        </p:txBody>
      </p:sp>
    </p:spTree>
    <p:extLst>
      <p:ext uri="{BB962C8B-B14F-4D97-AF65-F5344CB8AC3E}">
        <p14:creationId xmlns:p14="http://schemas.microsoft.com/office/powerpoint/2010/main" val="90798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EFC1-1303-072F-1268-89AE9D9D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DFD45-BBA2-0FD1-6247-2B24FE11A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3A8C-033D-5957-3864-393DC98EAF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56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5835" y="1042465"/>
            <a:ext cx="3021710" cy="598488"/>
          </a:xfrm>
        </p:spPr>
        <p:txBody>
          <a:bodyPr/>
          <a:lstStyle>
            <a:lvl1pPr>
              <a:lnSpc>
                <a:spcPct val="102381"/>
              </a:lnSpc>
              <a:defRPr spc="-17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 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2886" y="816372"/>
            <a:ext cx="3021711" cy="119020"/>
          </a:xfrm>
        </p:spPr>
        <p:txBody>
          <a:bodyPr/>
          <a:lstStyle>
            <a:lvl1pPr marL="0" indent="0" algn="l">
              <a:buNone/>
              <a:defRPr sz="900">
                <a:solidFill>
                  <a:schemeClr val="tx1"/>
                </a:solidFill>
                <a:latin typeface="Funnel Sans Medium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4822" y="823992"/>
            <a:ext cx="3533347" cy="163999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050" spc="-7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14822" y="1131571"/>
            <a:ext cx="3533343" cy="710978"/>
          </a:xfrm>
        </p:spPr>
        <p:txBody>
          <a:bodyPr/>
          <a:lstStyle>
            <a:lvl1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02DE45A7-F0D6-9AE9-EEAE-33D9CAF4B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4822" y="2040057"/>
            <a:ext cx="3533347" cy="163999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050" spc="-7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2502C5A-341A-BA01-1E99-66D29F7CE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14822" y="2347635"/>
            <a:ext cx="3533343" cy="710978"/>
          </a:xfrm>
        </p:spPr>
        <p:txBody>
          <a:bodyPr/>
          <a:lstStyle>
            <a:lvl1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0A402D78-651B-49D4-8CB0-D8BB60B2C4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14822" y="3252311"/>
            <a:ext cx="3533347" cy="163999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050" spc="-7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C3EFA1-D458-DCCA-B07C-3DF36495AE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14822" y="3559889"/>
            <a:ext cx="3533343" cy="710978"/>
          </a:xfrm>
        </p:spPr>
        <p:txBody>
          <a:bodyPr/>
          <a:lstStyle>
            <a:lvl1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750"/>
              </a:spcBef>
              <a:defRPr sz="1050" spc="-13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2400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5834" y="1042465"/>
            <a:ext cx="5804821" cy="310847"/>
          </a:xfrm>
        </p:spPr>
        <p:txBody>
          <a:bodyPr/>
          <a:lstStyle>
            <a:lvl1pPr>
              <a:defRPr spc="-2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for slide with two images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2883" y="816372"/>
            <a:ext cx="5809328" cy="119020"/>
          </a:xfrm>
        </p:spPr>
        <p:txBody>
          <a:bodyPr/>
          <a:lstStyle>
            <a:lvl1pPr marL="0" indent="0" algn="l">
              <a:buNone/>
              <a:defRPr sz="900">
                <a:solidFill>
                  <a:schemeClr val="tx1"/>
                </a:solidFill>
                <a:latin typeface="Funnel Sans Medium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780EE7-8B48-AE2D-938E-E4D65084B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485" y="2015490"/>
            <a:ext cx="5932170" cy="3076409"/>
          </a:xfrm>
          <a:custGeom>
            <a:avLst/>
            <a:gdLst>
              <a:gd name="connsiteX0" fmla="*/ 640856 w 7909560"/>
              <a:gd name="connsiteY0" fmla="*/ 0 h 4101878"/>
              <a:gd name="connsiteX1" fmla="*/ 7909560 w 7909560"/>
              <a:gd name="connsiteY1" fmla="*/ 0 h 4101878"/>
              <a:gd name="connsiteX2" fmla="*/ 7909560 w 7909560"/>
              <a:gd name="connsiteY2" fmla="*/ 3461353 h 4101878"/>
              <a:gd name="connsiteX3" fmla="*/ 7268704 w 7909560"/>
              <a:gd name="connsiteY3" fmla="*/ 4101878 h 4101878"/>
              <a:gd name="connsiteX4" fmla="*/ 640856 w 7909560"/>
              <a:gd name="connsiteY4" fmla="*/ 4101878 h 4101878"/>
              <a:gd name="connsiteX5" fmla="*/ 0 w 7909560"/>
              <a:gd name="connsiteY5" fmla="*/ 3461353 h 4101878"/>
              <a:gd name="connsiteX6" fmla="*/ 0 w 7909560"/>
              <a:gd name="connsiteY6" fmla="*/ 640525 h 4101878"/>
              <a:gd name="connsiteX7" fmla="*/ 640856 w 7909560"/>
              <a:gd name="connsiteY7" fmla="*/ 0 h 41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9560" h="4101878">
                <a:moveTo>
                  <a:pt x="640856" y="0"/>
                </a:moveTo>
                <a:lnTo>
                  <a:pt x="7909560" y="0"/>
                </a:lnTo>
                <a:lnTo>
                  <a:pt x="7909560" y="3461353"/>
                </a:lnTo>
                <a:cubicBezTo>
                  <a:pt x="7909560" y="3814847"/>
                  <a:pt x="7622380" y="4101878"/>
                  <a:pt x="7268704" y="4101878"/>
                </a:cubicBezTo>
                <a:lnTo>
                  <a:pt x="640856" y="4101878"/>
                </a:lnTo>
                <a:cubicBezTo>
                  <a:pt x="287180" y="4101878"/>
                  <a:pt x="0" y="3814847"/>
                  <a:pt x="0" y="3461353"/>
                </a:cubicBezTo>
                <a:lnTo>
                  <a:pt x="0" y="640525"/>
                </a:lnTo>
                <a:cubicBezTo>
                  <a:pt x="0" y="287031"/>
                  <a:pt x="287180" y="0"/>
                  <a:pt x="6408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17AD81-D334-8CCB-130E-2510F2DB65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225" y="2015490"/>
            <a:ext cx="2981387" cy="3076360"/>
          </a:xfrm>
          <a:custGeom>
            <a:avLst/>
            <a:gdLst>
              <a:gd name="connsiteX0" fmla="*/ 0 w 3975183"/>
              <a:gd name="connsiteY0" fmla="*/ 0 h 4101813"/>
              <a:gd name="connsiteX1" fmla="*/ 3325754 w 3975183"/>
              <a:gd name="connsiteY1" fmla="*/ 0 h 4101813"/>
              <a:gd name="connsiteX2" fmla="*/ 3975183 w 3975183"/>
              <a:gd name="connsiteY2" fmla="*/ 649429 h 4101813"/>
              <a:gd name="connsiteX3" fmla="*/ 3975183 w 3975183"/>
              <a:gd name="connsiteY3" fmla="*/ 3452384 h 4101813"/>
              <a:gd name="connsiteX4" fmla="*/ 3325754 w 3975183"/>
              <a:gd name="connsiteY4" fmla="*/ 4101813 h 4101813"/>
              <a:gd name="connsiteX5" fmla="*/ 649429 w 3975183"/>
              <a:gd name="connsiteY5" fmla="*/ 4101813 h 4101813"/>
              <a:gd name="connsiteX6" fmla="*/ 0 w 3975183"/>
              <a:gd name="connsiteY6" fmla="*/ 3452384 h 41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5183" h="4101813">
                <a:moveTo>
                  <a:pt x="0" y="0"/>
                </a:moveTo>
                <a:lnTo>
                  <a:pt x="3325754" y="0"/>
                </a:lnTo>
                <a:cubicBezTo>
                  <a:pt x="3684209" y="0"/>
                  <a:pt x="3975183" y="290974"/>
                  <a:pt x="3975183" y="649429"/>
                </a:cubicBezTo>
                <a:lnTo>
                  <a:pt x="3975183" y="3452384"/>
                </a:lnTo>
                <a:cubicBezTo>
                  <a:pt x="3975183" y="3810839"/>
                  <a:pt x="3684209" y="4101813"/>
                  <a:pt x="3325754" y="4101813"/>
                </a:cubicBezTo>
                <a:lnTo>
                  <a:pt x="649429" y="4101813"/>
                </a:lnTo>
                <a:cubicBezTo>
                  <a:pt x="290974" y="4101813"/>
                  <a:pt x="0" y="3810839"/>
                  <a:pt x="0" y="345238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09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with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9B797-C20F-9FA8-DAAE-469DD3EC5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1AEAF-E1EB-8682-46B5-C49864784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DAC0B-862D-B90A-DC42-00D38DC467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009" y="1394460"/>
            <a:ext cx="5188214" cy="3671834"/>
          </a:xfrm>
          <a:custGeom>
            <a:avLst/>
            <a:gdLst>
              <a:gd name="connsiteX0" fmla="*/ 640714 w 6917619"/>
              <a:gd name="connsiteY0" fmla="*/ 0 h 4895778"/>
              <a:gd name="connsiteX1" fmla="*/ 6917619 w 6917619"/>
              <a:gd name="connsiteY1" fmla="*/ 0 h 4895778"/>
              <a:gd name="connsiteX2" fmla="*/ 6917619 w 6917619"/>
              <a:gd name="connsiteY2" fmla="*/ 4252461 h 4895778"/>
              <a:gd name="connsiteX3" fmla="*/ 6276905 w 6917619"/>
              <a:gd name="connsiteY3" fmla="*/ 4895778 h 4895778"/>
              <a:gd name="connsiteX4" fmla="*/ 640714 w 6917619"/>
              <a:gd name="connsiteY4" fmla="*/ 4895778 h 4895778"/>
              <a:gd name="connsiteX5" fmla="*/ 0 w 6917619"/>
              <a:gd name="connsiteY5" fmla="*/ 4252461 h 4895778"/>
              <a:gd name="connsiteX6" fmla="*/ 0 w 6917619"/>
              <a:gd name="connsiteY6" fmla="*/ 643317 h 4895778"/>
              <a:gd name="connsiteX7" fmla="*/ 640714 w 6917619"/>
              <a:gd name="connsiteY7" fmla="*/ 0 h 489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7619" h="4895778">
                <a:moveTo>
                  <a:pt x="640714" y="0"/>
                </a:moveTo>
                <a:lnTo>
                  <a:pt x="6917619" y="0"/>
                </a:lnTo>
                <a:lnTo>
                  <a:pt x="6917619" y="4252461"/>
                </a:lnTo>
                <a:cubicBezTo>
                  <a:pt x="6917619" y="4607513"/>
                  <a:pt x="6630521" y="4895778"/>
                  <a:pt x="6276905" y="4895778"/>
                </a:cubicBezTo>
                <a:lnTo>
                  <a:pt x="640714" y="4895778"/>
                </a:lnTo>
                <a:cubicBezTo>
                  <a:pt x="287099" y="4895778"/>
                  <a:pt x="0" y="4607513"/>
                  <a:pt x="0" y="4252461"/>
                </a:cubicBezTo>
                <a:lnTo>
                  <a:pt x="0" y="643317"/>
                </a:lnTo>
                <a:cubicBezTo>
                  <a:pt x="0" y="288265"/>
                  <a:pt x="287099" y="0"/>
                  <a:pt x="6407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1AD52E-1789-01A1-2BBB-C4BD46A5C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7167" y="1430637"/>
            <a:ext cx="2623923" cy="889653"/>
          </a:xfrm>
        </p:spPr>
        <p:txBody>
          <a:bodyPr/>
          <a:lstStyle>
            <a:lvl1pPr>
              <a:lnSpc>
                <a:spcPct val="100952"/>
              </a:lnSpc>
              <a:defRPr spc="-20">
                <a:solidFill>
                  <a:schemeClr val="tx1"/>
                </a:solidFill>
              </a:defRPr>
            </a:lvl1pPr>
          </a:lstStyle>
          <a:p>
            <a:r>
              <a:rPr lang="en-US"/>
              <a:t>An example quote or statement that’s paired with the left image.</a:t>
            </a:r>
            <a:endParaRPr lang="en-GB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F5FB426E-22B9-2183-4B0B-A78B89CDD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7167" y="2546531"/>
            <a:ext cx="2623922" cy="119020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900" spc="-7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Name</a:t>
            </a:r>
            <a:endParaRPr lang="en-GB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2A367706-A504-DD7D-152D-F9949108D1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7167" y="2708558"/>
            <a:ext cx="2623922" cy="119020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900" spc="-7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95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34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17050-C30C-E74C-C1F5-1B4FC8F3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34" y="1042465"/>
            <a:ext cx="8755285" cy="5805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E737-7895-43E7-91EE-24C987662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833" y="1751529"/>
            <a:ext cx="8755284" cy="27823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EB-5441-53CA-2FEE-EBCF971E1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1609" y="191988"/>
            <a:ext cx="653706" cy="1004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675" spc="0"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E8A7-6991-B8DA-83B1-EBCD0C2AD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1090" y="191988"/>
            <a:ext cx="230027" cy="1004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675" spc="-29" smtClean="0">
                <a:solidFill>
                  <a:schemeClr val="tx2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D8A8E73E-4DB6-FA58-001E-2368A417CCAB}"/>
              </a:ext>
            </a:extLst>
          </p:cNvPr>
          <p:cNvGrpSpPr/>
          <p:nvPr/>
        </p:nvGrpSpPr>
        <p:grpSpPr>
          <a:xfrm>
            <a:off x="192884" y="191691"/>
            <a:ext cx="671510" cy="230232"/>
            <a:chOff x="257178" y="255588"/>
            <a:chExt cx="895347" cy="306976"/>
          </a:xfrm>
          <a:solidFill>
            <a:srgbClr val="00000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3EB496F3-A661-4DBF-0232-FCB4C123B869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E5404865-E213-33CC-D712-771E46F7FD66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36CFE573-0387-CB48-F17A-213B6C9CA169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7BB9D01A-1C1B-7B67-291A-A8524BBF96BB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403EE07-5ED7-8C84-947B-7AE4F4EF6F56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32F9F18C-FA01-2F12-DDEF-7C2431B88C17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78A5A8A2-DE91-8B1C-6FF3-41BEF31A4D88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4BDD56E3-1929-5137-04FF-F77B9406C158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75D71F2B-6D4E-D00D-1133-C56670C78B58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593D9C17-8D66-0E81-4046-4F54E2BC65A0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</p:grpSp>
    </p:spTree>
    <p:extLst>
      <p:ext uri="{BB962C8B-B14F-4D97-AF65-F5344CB8AC3E}">
        <p14:creationId xmlns:p14="http://schemas.microsoft.com/office/powerpoint/2010/main" val="394722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/>
  <p:txStyles>
    <p:titleStyle>
      <a:lvl1pPr algn="l" defTabSz="685800" rtl="0" eaLnBrk="1" latinLnBrk="0" hangingPunct="1">
        <a:lnSpc>
          <a:spcPct val="96000"/>
        </a:lnSpc>
        <a:spcBef>
          <a:spcPts val="75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154" indent="-89154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788" kern="1200">
          <a:solidFill>
            <a:schemeClr val="tx2"/>
          </a:solidFill>
          <a:latin typeface="+mn-lt"/>
          <a:ea typeface="+mn-ea"/>
          <a:cs typeface="+mn-cs"/>
        </a:defRPr>
      </a:lvl1pPr>
      <a:lvl2pPr marL="178308" indent="-89154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788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-89154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788" kern="1200">
          <a:solidFill>
            <a:schemeClr val="tx2"/>
          </a:solidFill>
          <a:latin typeface="+mn-lt"/>
          <a:ea typeface="+mn-ea"/>
          <a:cs typeface="+mn-cs"/>
        </a:defRPr>
      </a:lvl3pPr>
      <a:lvl4pPr marL="377190" indent="-89154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788" kern="1200">
          <a:solidFill>
            <a:schemeClr val="tx2"/>
          </a:solidFill>
          <a:latin typeface="+mn-lt"/>
          <a:ea typeface="+mn-ea"/>
          <a:cs typeface="+mn-cs"/>
        </a:defRPr>
      </a:lvl4pPr>
      <a:lvl5pPr marL="480060" indent="-89154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788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462901"/>
          </p15:clr>
        </p15:guide>
        <p15:guide id="2" pos="7680">
          <p15:clr>
            <a:srgbClr val="462901"/>
          </p15:clr>
        </p15:guide>
        <p15:guide id="3" pos="161">
          <p15:clr>
            <a:srgbClr val="462901"/>
          </p15:clr>
        </p15:guide>
        <p15:guide id="4" pos="1935">
          <p15:clr>
            <a:srgbClr val="462901"/>
          </p15:clr>
        </p15:guide>
        <p15:guide id="5" pos="2022">
          <p15:clr>
            <a:srgbClr val="462901"/>
          </p15:clr>
        </p15:guide>
        <p15:guide id="6" pos="3796">
          <p15:clr>
            <a:srgbClr val="462901"/>
          </p15:clr>
        </p15:guide>
        <p15:guide id="7" pos="3883">
          <p15:clr>
            <a:srgbClr val="462901"/>
          </p15:clr>
        </p15:guide>
        <p15:guide id="8" pos="5657">
          <p15:clr>
            <a:srgbClr val="462901"/>
          </p15:clr>
        </p15:guide>
        <p15:guide id="9" pos="5744">
          <p15:clr>
            <a:srgbClr val="462901"/>
          </p15:clr>
        </p15:guide>
        <p15:guide id="10" pos="7518">
          <p15:clr>
            <a:srgbClr val="462901"/>
          </p15:clr>
        </p15:guide>
        <p15:guide id="11" orient="horz">
          <p15:clr>
            <a:srgbClr val="462901"/>
          </p15:clr>
        </p15:guide>
        <p15:guide id="12" orient="horz" pos="4320">
          <p15:clr>
            <a:srgbClr val="462901"/>
          </p15:clr>
        </p15:guide>
        <p15:guide id="13" orient="horz" pos="161">
          <p15:clr>
            <a:srgbClr val="462901"/>
          </p15:clr>
        </p15:guide>
        <p15:guide id="14" orient="horz" pos="755">
          <p15:clr>
            <a:srgbClr val="462901"/>
          </p15:clr>
        </p15:guide>
        <p15:guide id="15" orient="horz" pos="841">
          <p15:clr>
            <a:srgbClr val="462901"/>
          </p15:clr>
        </p15:guide>
        <p15:guide id="16" orient="horz" pos="1436">
          <p15:clr>
            <a:srgbClr val="462901"/>
          </p15:clr>
        </p15:guide>
        <p15:guide id="17" orient="horz" pos="1522">
          <p15:clr>
            <a:srgbClr val="462901"/>
          </p15:clr>
        </p15:guide>
        <p15:guide id="18" orient="horz" pos="2116">
          <p15:clr>
            <a:srgbClr val="462901"/>
          </p15:clr>
        </p15:guide>
        <p15:guide id="19" orient="horz" pos="2203">
          <p15:clr>
            <a:srgbClr val="462901"/>
          </p15:clr>
        </p15:guide>
        <p15:guide id="20" orient="horz" pos="2797">
          <p15:clr>
            <a:srgbClr val="462901"/>
          </p15:clr>
        </p15:guide>
        <p15:guide id="21" orient="horz" pos="2883">
          <p15:clr>
            <a:srgbClr val="462901"/>
          </p15:clr>
        </p15:guide>
        <p15:guide id="22" orient="horz" pos="3478">
          <p15:clr>
            <a:srgbClr val="462901"/>
          </p15:clr>
        </p15:guide>
        <p15:guide id="23" orient="horz" pos="3564">
          <p15:clr>
            <a:srgbClr val="462901"/>
          </p15:clr>
        </p15:guide>
        <p15:guide id="24" orient="horz" pos="4158">
          <p15:clr>
            <a:srgbClr val="46290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DC1A1-7252-3AAF-D230-777CDED3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ADD8D-0E6F-F4B4-E09F-679E4A6C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RLT </a:t>
            </a:r>
            <a:r>
              <a:rPr lang="en-US" dirty="0" err="1"/>
              <a:t>co’s</a:t>
            </a:r>
            <a:r>
              <a:rPr lang="en-US" dirty="0"/>
              <a:t> raise $50-75M at conception, with significant follow-on raises before exit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BF96C-42AC-E297-934C-6C10E2FC2A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685800">
              <a:defRPr/>
            </a:pPr>
            <a:fld id="{F41E5F93-45D3-472F-9EA1-BCB47A04FF6B}" type="slidenum">
              <a:rPr lang="en-GB">
                <a:solidFill>
                  <a:srgbClr val="656670"/>
                </a:solidFill>
                <a:latin typeface="Funnel Sans"/>
              </a:rPr>
              <a:pPr defTabSz="685800">
                <a:defRPr/>
              </a:pPr>
              <a:t>1</a:t>
            </a:fld>
            <a:endParaRPr lang="en-GB">
              <a:solidFill>
                <a:srgbClr val="656670"/>
              </a:solidFill>
              <a:latin typeface="Funne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5EF0B-62BD-6B68-5E9F-5DD64B07F254}"/>
              </a:ext>
            </a:extLst>
          </p:cNvPr>
          <p:cNvSpPr txBox="1"/>
          <p:nvPr/>
        </p:nvSpPr>
        <p:spPr>
          <a:xfrm>
            <a:off x="194906" y="803792"/>
            <a:ext cx="1571775" cy="183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85800">
              <a:defRPr/>
            </a:pPr>
            <a:r>
              <a:rPr lang="en-US" sz="900" spc="-8">
                <a:solidFill>
                  <a:srgbClr val="000000"/>
                </a:solidFill>
                <a:latin typeface="Funnel Sans Medium" pitchFamily="2" charset="0"/>
              </a:rPr>
              <a:t>Funding our Future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E6C1E60-CBEB-1B82-53E7-C1573400F9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81609" y="191988"/>
            <a:ext cx="653706" cy="100489"/>
          </a:xfrm>
        </p:spPr>
        <p:txBody>
          <a:bodyPr/>
          <a:lstStyle/>
          <a:p>
            <a:pPr defTabSz="685800"/>
            <a:r>
              <a:rPr lang="en-US">
                <a:solidFill>
                  <a:srgbClr val="656670"/>
                </a:solidFill>
                <a:latin typeface="Funnel Sans"/>
              </a:rPr>
              <a:t>Confidential</a:t>
            </a:r>
            <a:endParaRPr lang="en-GB">
              <a:solidFill>
                <a:srgbClr val="656670"/>
              </a:solidFill>
              <a:latin typeface="Funnel Sans"/>
            </a:endParaRPr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1280A0D5-6495-8AE4-1750-281553E086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863464"/>
              </p:ext>
            </p:extLst>
          </p:nvPr>
        </p:nvGraphicFramePr>
        <p:xfrm>
          <a:off x="274320" y="1407298"/>
          <a:ext cx="7132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3">
            <a:extLst>
              <a:ext uri="{FF2B5EF4-FFF2-40B4-BE49-F238E27FC236}">
                <a16:creationId xmlns:a16="http://schemas.microsoft.com/office/drawing/2014/main" id="{7B0A7AA9-2F06-BCBB-D420-CC2F279640DD}"/>
              </a:ext>
            </a:extLst>
          </p:cNvPr>
          <p:cNvSpPr/>
          <p:nvPr/>
        </p:nvSpPr>
        <p:spPr>
          <a:xfrm>
            <a:off x="7452360" y="149873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Aktis  </a:t>
            </a:r>
            <a:r>
              <a:rPr lang="en-US" sz="10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$649M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IPO $1.2B (2x)</a:t>
            </a:r>
            <a:endParaRPr lang="en-US" sz="1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76D186B-AFE6-918E-D836-043088076E7E}"/>
              </a:ext>
            </a:extLst>
          </p:cNvPr>
          <p:cNvSpPr/>
          <p:nvPr/>
        </p:nvSpPr>
        <p:spPr>
          <a:xfrm>
            <a:off x="7452360" y="213881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RayzeBio  </a:t>
            </a:r>
            <a:r>
              <a:rPr lang="en-US" sz="10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$418M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BMS $4.1B (10x)</a:t>
            </a:r>
            <a:endParaRPr lang="en-US" sz="1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D533D99-F411-9C0B-10D4-4D0B202C11FE}"/>
              </a:ext>
            </a:extLst>
          </p:cNvPr>
          <p:cNvSpPr/>
          <p:nvPr/>
        </p:nvSpPr>
        <p:spPr>
          <a:xfrm>
            <a:off x="7452360" y="264173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475E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  </a:t>
            </a:r>
            <a:r>
              <a:rPr lang="en-US" sz="1000" dirty="0">
                <a:solidFill>
                  <a:srgbClr val="5475E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$371M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AZ $2.4B (15x)</a:t>
            </a:r>
            <a:endParaRPr lang="en-US" sz="10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915EBB6-E832-30F2-09A6-91891122A52A}"/>
              </a:ext>
            </a:extLst>
          </p:cNvPr>
          <p:cNvSpPr/>
          <p:nvPr/>
        </p:nvSpPr>
        <p:spPr>
          <a:xfrm>
            <a:off x="7452360" y="319037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Mariana  </a:t>
            </a:r>
            <a:r>
              <a:rPr lang="en-US" sz="10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$250M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NVS $1.0B (4x)</a:t>
            </a:r>
            <a:endParaRPr lang="en-US" sz="1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F140B84-D786-3C26-D71D-2B07EC01255E}"/>
              </a:ext>
            </a:extLst>
          </p:cNvPr>
          <p:cNvSpPr/>
          <p:nvPr/>
        </p:nvSpPr>
        <p:spPr>
          <a:xfrm>
            <a:off x="7452360" y="373901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>
                    <a:lumMod val="50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Convergent</a:t>
            </a:r>
            <a:r>
              <a:rPr lang="en-US" sz="1000" b="1" dirty="0">
                <a:solidFill>
                  <a:srgbClr val="383D4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</a:t>
            </a:r>
            <a:r>
              <a:rPr lang="en-US" sz="1000" dirty="0">
                <a:solidFill>
                  <a:schemeClr val="accent4">
                    <a:lumMod val="50000"/>
                  </a:schemeClr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$130M</a:t>
            </a:r>
            <a:endParaRPr lang="en-US" sz="10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Private, clinical stage</a:t>
            </a:r>
            <a:endParaRPr lang="en-US" sz="1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284E9F5-EADE-2B49-047D-DA3F27FCCE64}"/>
              </a:ext>
            </a:extLst>
          </p:cNvPr>
          <p:cNvSpPr/>
          <p:nvPr/>
        </p:nvSpPr>
        <p:spPr>
          <a:xfrm>
            <a:off x="62179" y="495974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 Includes IPO proceeds.</a:t>
            </a:r>
            <a:endParaRPr lang="en-US" sz="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90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E5D3-F0A5-5D4C-DFB1-812AB9FC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0E04-461A-65F0-EA14-93DD1FC6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institutional rounds for RLT </a:t>
            </a:r>
            <a:r>
              <a:rPr lang="en-US" dirty="0" err="1"/>
              <a:t>co’s</a:t>
            </a:r>
            <a:r>
              <a:rPr lang="en-US" dirty="0"/>
              <a:t> consistently exceed $45M at conception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1E5AC-C3D5-A186-994D-1D169EC7E5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685800">
              <a:defRPr/>
            </a:pPr>
            <a:fld id="{F41E5F93-45D3-472F-9EA1-BCB47A04FF6B}" type="slidenum">
              <a:rPr lang="en-GB">
                <a:solidFill>
                  <a:srgbClr val="656670"/>
                </a:solidFill>
                <a:latin typeface="Funnel Sans"/>
              </a:rPr>
              <a:pPr defTabSz="685800">
                <a:defRPr/>
              </a:pPr>
              <a:t>2</a:t>
            </a:fld>
            <a:endParaRPr lang="en-GB">
              <a:solidFill>
                <a:srgbClr val="656670"/>
              </a:solidFill>
              <a:latin typeface="Funne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17AEB-231D-0B68-576F-FDB357EEF581}"/>
              </a:ext>
            </a:extLst>
          </p:cNvPr>
          <p:cNvSpPr txBox="1"/>
          <p:nvPr/>
        </p:nvSpPr>
        <p:spPr>
          <a:xfrm>
            <a:off x="194906" y="803792"/>
            <a:ext cx="1571775" cy="183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85800">
              <a:defRPr/>
            </a:pPr>
            <a:r>
              <a:rPr lang="en-US" sz="900" spc="-8">
                <a:solidFill>
                  <a:srgbClr val="000000"/>
                </a:solidFill>
                <a:latin typeface="Funnel Sans Medium" pitchFamily="2" charset="0"/>
              </a:rPr>
              <a:t>Funding our Future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3A0B51A-4448-31EB-581C-E7D75B3CA6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81609" y="191988"/>
            <a:ext cx="653706" cy="100489"/>
          </a:xfrm>
        </p:spPr>
        <p:txBody>
          <a:bodyPr/>
          <a:lstStyle/>
          <a:p>
            <a:pPr defTabSz="685800"/>
            <a:r>
              <a:rPr lang="en-US">
                <a:solidFill>
                  <a:srgbClr val="656670"/>
                </a:solidFill>
                <a:latin typeface="Funnel Sans"/>
              </a:rPr>
              <a:t>Confidential</a:t>
            </a:r>
            <a:endParaRPr lang="en-GB">
              <a:solidFill>
                <a:srgbClr val="656670"/>
              </a:solidFill>
              <a:latin typeface="Funnel Sans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FAD4E93-597B-EDE1-2BC1-D22A80492FA1}"/>
              </a:ext>
            </a:extLst>
          </p:cNvPr>
          <p:cNvSpPr/>
          <p:nvPr/>
        </p:nvSpPr>
        <p:spPr>
          <a:xfrm>
            <a:off x="62179" y="495974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 Includes IPO proceeds.</a:t>
            </a:r>
            <a:endParaRPr lang="en-US" sz="700" dirty="0">
              <a:solidFill>
                <a:schemeClr val="tx2"/>
              </a:solidFill>
            </a:endParaRPr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BB7EF8AB-2C3D-447A-EE05-59741600B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6114816"/>
              </p:ext>
            </p:extLst>
          </p:nvPr>
        </p:nvGraphicFramePr>
        <p:xfrm>
          <a:off x="274320" y="1469137"/>
          <a:ext cx="8412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 3">
            <a:extLst>
              <a:ext uri="{FF2B5EF4-FFF2-40B4-BE49-F238E27FC236}">
                <a16:creationId xmlns:a16="http://schemas.microsoft.com/office/drawing/2014/main" id="{F4327855-41E4-0E61-6682-BCA67C1409DC}"/>
              </a:ext>
            </a:extLst>
          </p:cNvPr>
          <p:cNvSpPr/>
          <p:nvPr/>
        </p:nvSpPr>
        <p:spPr>
          <a:xfrm>
            <a:off x="929025" y="2449251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$418M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BMS $4.1B (10x)</a:t>
            </a:r>
            <a:endParaRPr lang="en-US" sz="10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FF7C61A-DE36-34A6-0E63-0059C4A53ABA}"/>
              </a:ext>
            </a:extLst>
          </p:cNvPr>
          <p:cNvSpPr/>
          <p:nvPr/>
        </p:nvSpPr>
        <p:spPr>
          <a:xfrm>
            <a:off x="2446931" y="1624585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$649M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IPO $1.2B (2x)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653A0D6-D4E7-F8B6-78BE-DBA37935D3D7}"/>
              </a:ext>
            </a:extLst>
          </p:cNvPr>
          <p:cNvSpPr/>
          <p:nvPr/>
        </p:nvSpPr>
        <p:spPr>
          <a:xfrm>
            <a:off x="3972150" y="2628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$371M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AZ $2.4B (15x)</a:t>
            </a:r>
            <a:endParaRPr lang="en-US" sz="10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08AEAA1-8902-B518-A5BD-0AE06577BCA2}"/>
              </a:ext>
            </a:extLst>
          </p:cNvPr>
          <p:cNvSpPr/>
          <p:nvPr/>
        </p:nvSpPr>
        <p:spPr>
          <a:xfrm>
            <a:off x="5504686" y="305592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$250M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NVS $1.0B (4x)</a:t>
            </a:r>
            <a:endParaRPr lang="en-US" sz="10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31B8075-B3B6-195E-163A-D8E6C6D49ADC}"/>
              </a:ext>
            </a:extLst>
          </p:cNvPr>
          <p:cNvSpPr/>
          <p:nvPr/>
        </p:nvSpPr>
        <p:spPr>
          <a:xfrm>
            <a:off x="7004304" y="347777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$130M</a:t>
            </a:r>
            <a:endParaRPr lang="en-US" sz="10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Private</a:t>
            </a:r>
            <a:endParaRPr lang="en-US" sz="10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39EAF3DC-A931-DD52-AE23-4DCD5A0AA726}"/>
              </a:ext>
            </a:extLst>
          </p:cNvPr>
          <p:cNvSpPr/>
          <p:nvPr/>
        </p:nvSpPr>
        <p:spPr>
          <a:xfrm>
            <a:off x="6572111" y="1840262"/>
            <a:ext cx="2011680" cy="256032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lIns="0" tIns="0" rIns="0" bIns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Median 1st raise: </a:t>
            </a:r>
            <a:r>
              <a:rPr lang="en-US" sz="105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$72M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61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AF0FB-A19F-2AAB-A339-4BD4630A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614DF-28F0-1BE6-3A9D-FA0F337F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1</a:t>
            </a:r>
            <a:r>
              <a:rPr lang="en-US" baseline="30000" dirty="0"/>
              <a:t>st</a:t>
            </a:r>
            <a:r>
              <a:rPr lang="en-US" dirty="0"/>
              <a:t> raises fund only pipeline; Sego’s Seed funds pipeline &amp; GMP at a similar investment 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13635-5179-4973-B435-87BBE27D83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685800">
              <a:defRPr/>
            </a:pPr>
            <a:fld id="{F41E5F93-45D3-472F-9EA1-BCB47A04FF6B}" type="slidenum">
              <a:rPr lang="en-GB">
                <a:solidFill>
                  <a:srgbClr val="656670"/>
                </a:solidFill>
                <a:latin typeface="Funnel Sans"/>
              </a:rPr>
              <a:pPr defTabSz="685800">
                <a:defRPr/>
              </a:pPr>
              <a:t>3</a:t>
            </a:fld>
            <a:endParaRPr lang="en-GB">
              <a:solidFill>
                <a:srgbClr val="656670"/>
              </a:solidFill>
              <a:latin typeface="Funne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10E9D-3C9D-8D4A-4E5F-C7E3DB741CAF}"/>
              </a:ext>
            </a:extLst>
          </p:cNvPr>
          <p:cNvSpPr txBox="1"/>
          <p:nvPr/>
        </p:nvSpPr>
        <p:spPr>
          <a:xfrm>
            <a:off x="194906" y="803792"/>
            <a:ext cx="1571775" cy="183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85800">
              <a:defRPr/>
            </a:pPr>
            <a:r>
              <a:rPr lang="en-US" sz="900" spc="-8">
                <a:solidFill>
                  <a:srgbClr val="000000"/>
                </a:solidFill>
                <a:latin typeface="Funnel Sans Medium" pitchFamily="2" charset="0"/>
              </a:rPr>
              <a:t>Funding our Future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A205AAD-EB3D-9487-7DC6-AE345D50E9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81609" y="191988"/>
            <a:ext cx="653706" cy="100489"/>
          </a:xfrm>
        </p:spPr>
        <p:txBody>
          <a:bodyPr/>
          <a:lstStyle/>
          <a:p>
            <a:pPr defTabSz="685800"/>
            <a:r>
              <a:rPr lang="en-US">
                <a:solidFill>
                  <a:srgbClr val="656670"/>
                </a:solidFill>
                <a:latin typeface="Funnel Sans"/>
              </a:rPr>
              <a:t>Confidential</a:t>
            </a:r>
            <a:endParaRPr lang="en-GB">
              <a:solidFill>
                <a:srgbClr val="656670"/>
              </a:solidFill>
              <a:latin typeface="Funnel Sans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6C78451-2643-AE56-D62D-A39CC3CF5614}"/>
              </a:ext>
            </a:extLst>
          </p:cNvPr>
          <p:cNvSpPr/>
          <p:nvPr/>
        </p:nvSpPr>
        <p:spPr>
          <a:xfrm>
            <a:off x="62179" y="495974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 Includes IPO proceeds.</a:t>
            </a: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F0AB01B-F006-185E-C9E3-B6B2D61589C8}"/>
              </a:ext>
            </a:extLst>
          </p:cNvPr>
          <p:cNvSpPr/>
          <p:nvPr/>
        </p:nvSpPr>
        <p:spPr>
          <a:xfrm>
            <a:off x="4395491" y="52001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None of these 5 companies had in-house manufacturing at the time of their inaugural raise</a:t>
            </a:r>
            <a:endParaRPr lang="en-US" sz="9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48A2B92-01C3-F4B4-105B-542FA877D60A}"/>
              </a:ext>
            </a:extLst>
          </p:cNvPr>
          <p:cNvSpPr/>
          <p:nvPr/>
        </p:nvSpPr>
        <p:spPr>
          <a:xfrm>
            <a:off x="195834" y="1691640"/>
            <a:ext cx="8490966" cy="0"/>
          </a:xfrm>
          <a:prstGeom prst="line">
            <a:avLst/>
          </a:prstGeom>
          <a:noFill/>
          <a:ln w="9525">
            <a:solidFill>
              <a:srgbClr val="DED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4DA9730-C7BD-1A50-C054-6C3026BA93E7}"/>
              </a:ext>
            </a:extLst>
          </p:cNvPr>
          <p:cNvSpPr/>
          <p:nvPr/>
        </p:nvSpPr>
        <p:spPr>
          <a:xfrm>
            <a:off x="457200" y="178308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6BBE192-4D33-2407-D68C-9D442E6FA036}"/>
              </a:ext>
            </a:extLst>
          </p:cNvPr>
          <p:cNvSpPr/>
          <p:nvPr/>
        </p:nvSpPr>
        <p:spPr>
          <a:xfrm>
            <a:off x="566928" y="180136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Median 1st raise</a:t>
            </a:r>
            <a:endParaRPr lang="en-US" sz="8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EA1384D-6802-D5C5-02FB-9EBD132B4B7E}"/>
              </a:ext>
            </a:extLst>
          </p:cNvPr>
          <p:cNvSpPr/>
          <p:nvPr/>
        </p:nvSpPr>
        <p:spPr>
          <a:xfrm>
            <a:off x="566928" y="1929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$72M</a:t>
            </a:r>
            <a:endParaRPr lang="en-US" sz="20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5610A101-F9F3-48A2-4CAD-509F75344112}"/>
              </a:ext>
            </a:extLst>
          </p:cNvPr>
          <p:cNvSpPr/>
          <p:nvPr/>
        </p:nvSpPr>
        <p:spPr>
          <a:xfrm>
            <a:off x="3246120" y="178308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ECC6555-5BDD-F106-BED9-7609B7E5A8CD}"/>
              </a:ext>
            </a:extLst>
          </p:cNvPr>
          <p:cNvSpPr/>
          <p:nvPr/>
        </p:nvSpPr>
        <p:spPr>
          <a:xfrm>
            <a:off x="3355848" y="180136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Had mfg at 1st raise</a:t>
            </a:r>
            <a:endParaRPr lang="en-US" sz="8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6668168-9355-6993-D381-03CCC8E707EB}"/>
              </a:ext>
            </a:extLst>
          </p:cNvPr>
          <p:cNvSpPr/>
          <p:nvPr/>
        </p:nvSpPr>
        <p:spPr>
          <a:xfrm>
            <a:off x="3355848" y="1929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0 of 5</a:t>
            </a:r>
            <a:endParaRPr lang="en-US" sz="20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C3781FBD-6F90-7492-86CD-B7AA70B12B62}"/>
              </a:ext>
            </a:extLst>
          </p:cNvPr>
          <p:cNvSpPr/>
          <p:nvPr/>
        </p:nvSpPr>
        <p:spPr>
          <a:xfrm>
            <a:off x="6035040" y="178308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4C750C9-3DE4-03E2-E588-C8BADE5BC7CB}"/>
              </a:ext>
            </a:extLst>
          </p:cNvPr>
          <p:cNvSpPr/>
          <p:nvPr/>
        </p:nvSpPr>
        <p:spPr>
          <a:xfrm>
            <a:off x="6144768" y="180136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years to adding manufacturing capability</a:t>
            </a:r>
            <a:endParaRPr lang="en-US" sz="8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BF3E9919-E7FA-E2BB-DCC7-686610DC0BA3}"/>
              </a:ext>
            </a:extLst>
          </p:cNvPr>
          <p:cNvSpPr/>
          <p:nvPr/>
        </p:nvSpPr>
        <p:spPr>
          <a:xfrm>
            <a:off x="6144768" y="1929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~3 yrs</a:t>
            </a:r>
            <a:endParaRPr lang="en-US" sz="2000" dirty="0"/>
          </a:p>
        </p:txBody>
      </p:sp>
      <p:graphicFrame>
        <p:nvGraphicFramePr>
          <p:cNvPr id="19" name="Chart 0">
            <a:extLst>
              <a:ext uri="{FF2B5EF4-FFF2-40B4-BE49-F238E27FC236}">
                <a16:creationId xmlns:a16="http://schemas.microsoft.com/office/drawing/2014/main" id="{75D091A1-C46A-A09A-1904-9169DF7A12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5123540"/>
              </p:ext>
            </p:extLst>
          </p:nvPr>
        </p:nvGraphicFramePr>
        <p:xfrm>
          <a:off x="274320" y="2423160"/>
          <a:ext cx="84124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 13">
            <a:extLst>
              <a:ext uri="{FF2B5EF4-FFF2-40B4-BE49-F238E27FC236}">
                <a16:creationId xmlns:a16="http://schemas.microsoft.com/office/drawing/2014/main" id="{309D9957-59EF-8B3A-9B97-ED58302B9C5F}"/>
              </a:ext>
            </a:extLst>
          </p:cNvPr>
          <p:cNvSpPr/>
          <p:nvPr/>
        </p:nvSpPr>
        <p:spPr>
          <a:xfrm>
            <a:off x="7836408" y="2807655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$90M</a:t>
            </a:r>
            <a:endParaRPr lang="en-US" sz="9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A62331B-095C-7869-D153-CA6B04F20ADA}"/>
              </a:ext>
            </a:extLst>
          </p:cNvPr>
          <p:cNvSpPr/>
          <p:nvPr/>
        </p:nvSpPr>
        <p:spPr>
          <a:xfrm>
            <a:off x="6752844" y="3219135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$75M</a:t>
            </a:r>
            <a:endParaRPr lang="en-US" sz="9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BFF82FB-48D2-18AB-B27B-EA4BDBC17320}"/>
              </a:ext>
            </a:extLst>
          </p:cNvPr>
          <p:cNvSpPr/>
          <p:nvPr/>
        </p:nvSpPr>
        <p:spPr>
          <a:xfrm>
            <a:off x="7228332" y="3219135"/>
            <a:ext cx="16413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Manufacturing added: Post-acq</a:t>
            </a:r>
            <a:endParaRPr lang="en-US" sz="8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7305234-06DB-0F7D-6568-C25EC4D91128}"/>
              </a:ext>
            </a:extLst>
          </p:cNvPr>
          <p:cNvSpPr/>
          <p:nvPr/>
        </p:nvSpPr>
        <p:spPr>
          <a:xfrm>
            <a:off x="6536131" y="3630615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$72M</a:t>
            </a:r>
            <a:endParaRPr lang="en-US" sz="9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C9669B3-86A7-DAC9-B9E1-CF73B0D1A08F}"/>
              </a:ext>
            </a:extLst>
          </p:cNvPr>
          <p:cNvSpPr/>
          <p:nvPr/>
        </p:nvSpPr>
        <p:spPr>
          <a:xfrm>
            <a:off x="7011618" y="3630615"/>
            <a:ext cx="1510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Manufacturing added: 4th raise</a:t>
            </a:r>
            <a:endParaRPr lang="en-US" sz="8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453EB060-2B38-1C1B-B3A8-1F65DF53FE43}"/>
              </a:ext>
            </a:extLst>
          </p:cNvPr>
          <p:cNvSpPr/>
          <p:nvPr/>
        </p:nvSpPr>
        <p:spPr>
          <a:xfrm>
            <a:off x="4657954" y="4042095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$46M</a:t>
            </a:r>
            <a:endParaRPr lang="en-US" sz="9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5C2C0B05-5510-09BA-5C7D-8B8D58B56CF0}"/>
              </a:ext>
            </a:extLst>
          </p:cNvPr>
          <p:cNvSpPr/>
          <p:nvPr/>
        </p:nvSpPr>
        <p:spPr>
          <a:xfrm>
            <a:off x="5050996" y="4042095"/>
            <a:ext cx="15596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Manufacturing added: 3rd raise</a:t>
            </a:r>
            <a:endParaRPr lang="en-US" sz="8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D699B3E9-F5C6-EF24-5EA4-78B3CE4E0172}"/>
              </a:ext>
            </a:extLst>
          </p:cNvPr>
          <p:cNvSpPr/>
          <p:nvPr/>
        </p:nvSpPr>
        <p:spPr>
          <a:xfrm>
            <a:off x="4585716" y="4453575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$45M</a:t>
            </a:r>
            <a:endParaRPr lang="en-US" sz="9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57852D8C-0676-D869-9CF1-90AC3BA0B236}"/>
              </a:ext>
            </a:extLst>
          </p:cNvPr>
          <p:cNvSpPr/>
          <p:nvPr/>
        </p:nvSpPr>
        <p:spPr>
          <a:xfrm>
            <a:off x="4978758" y="4453575"/>
            <a:ext cx="14476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Manufacturing added: 4th raise</a:t>
            </a:r>
            <a:endParaRPr lang="en-US" sz="8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7F2667C0-739C-DC44-2380-A23A9AF57DDB}"/>
              </a:ext>
            </a:extLst>
          </p:cNvPr>
          <p:cNvSpPr/>
          <p:nvPr/>
        </p:nvSpPr>
        <p:spPr>
          <a:xfrm>
            <a:off x="6481267" y="2478024"/>
            <a:ext cx="0" cy="2194560"/>
          </a:xfrm>
          <a:prstGeom prst="line">
            <a:avLst/>
          </a:prstGeom>
          <a:noFill/>
          <a:ln w="19050">
            <a:solidFill>
              <a:srgbClr val="8F1A4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E4F9CD1F-9F01-05BF-1830-60B6E8D501B9}"/>
              </a:ext>
            </a:extLst>
          </p:cNvPr>
          <p:cNvSpPr/>
          <p:nvPr/>
        </p:nvSpPr>
        <p:spPr>
          <a:xfrm>
            <a:off x="6024067" y="23317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Median: $72M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4221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69C1-BCDD-03C5-075E-8939498E9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07">
            <a:extLst>
              <a:ext uri="{FF2B5EF4-FFF2-40B4-BE49-F238E27FC236}">
                <a16:creationId xmlns:a16="http://schemas.microsoft.com/office/drawing/2014/main" id="{FCAB7CC1-2599-298A-D380-26E4DBB4A7FA}"/>
              </a:ext>
            </a:extLst>
          </p:cNvPr>
          <p:cNvSpPr/>
          <p:nvPr/>
        </p:nvSpPr>
        <p:spPr>
          <a:xfrm>
            <a:off x="5191506" y="2618878"/>
            <a:ext cx="3464717" cy="2428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27BC5-B7E0-8720-D379-97D5F999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Sego investors get pipeline &amp; GMP for comparable capital to successful RLT 1</a:t>
            </a:r>
            <a:r>
              <a:rPr lang="en-US" baseline="30000" dirty="0"/>
              <a:t>st</a:t>
            </a:r>
            <a:r>
              <a:rPr lang="en-US" dirty="0"/>
              <a:t> raises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52296-D3FB-49C4-09DC-C891134731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685800">
              <a:defRPr/>
            </a:pPr>
            <a:fld id="{F41E5F93-45D3-472F-9EA1-BCB47A04FF6B}" type="slidenum">
              <a:rPr lang="en-GB">
                <a:solidFill>
                  <a:srgbClr val="656670"/>
                </a:solidFill>
                <a:latin typeface="Funnel Sans"/>
              </a:rPr>
              <a:pPr defTabSz="685800">
                <a:defRPr/>
              </a:pPr>
              <a:t>4</a:t>
            </a:fld>
            <a:endParaRPr lang="en-GB">
              <a:solidFill>
                <a:srgbClr val="656670"/>
              </a:solidFill>
              <a:latin typeface="Funne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829C0-BD03-97D0-7650-07269BFB3CC1}"/>
              </a:ext>
            </a:extLst>
          </p:cNvPr>
          <p:cNvSpPr txBox="1"/>
          <p:nvPr/>
        </p:nvSpPr>
        <p:spPr>
          <a:xfrm>
            <a:off x="194906" y="803792"/>
            <a:ext cx="1571775" cy="183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85800">
              <a:defRPr/>
            </a:pPr>
            <a:r>
              <a:rPr lang="en-US" sz="900" spc="-8">
                <a:solidFill>
                  <a:srgbClr val="000000"/>
                </a:solidFill>
                <a:latin typeface="Funnel Sans Medium" pitchFamily="2" charset="0"/>
              </a:rPr>
              <a:t>Funding our Future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C357038A-AAB1-C74E-24CF-439B554052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81609" y="191988"/>
            <a:ext cx="653706" cy="100489"/>
          </a:xfrm>
        </p:spPr>
        <p:txBody>
          <a:bodyPr/>
          <a:lstStyle/>
          <a:p>
            <a:pPr defTabSz="685800"/>
            <a:r>
              <a:rPr lang="en-US">
                <a:solidFill>
                  <a:srgbClr val="656670"/>
                </a:solidFill>
                <a:latin typeface="Funnel Sans"/>
              </a:rPr>
              <a:t>Confidential</a:t>
            </a:r>
            <a:endParaRPr lang="en-GB">
              <a:solidFill>
                <a:srgbClr val="656670"/>
              </a:solidFill>
              <a:latin typeface="Funnel Sans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B7D5FBC-9C39-F862-E42D-21A97316767C}"/>
              </a:ext>
            </a:extLst>
          </p:cNvPr>
          <p:cNvSpPr/>
          <p:nvPr/>
        </p:nvSpPr>
        <p:spPr>
          <a:xfrm>
            <a:off x="62179" y="495974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Company press releases, SEC filings, PitchBook. Includes IPO proceeds.</a:t>
            </a:r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3507A9B-3053-E7ED-546D-CF0FC3E028D5}"/>
              </a:ext>
            </a:extLst>
          </p:cNvPr>
          <p:cNvSpPr/>
          <p:nvPr/>
        </p:nvSpPr>
        <p:spPr>
          <a:xfrm>
            <a:off x="195834" y="1479536"/>
            <a:ext cx="8811006" cy="0"/>
          </a:xfrm>
          <a:prstGeom prst="line">
            <a:avLst/>
          </a:prstGeom>
          <a:noFill/>
          <a:ln w="9525">
            <a:solidFill>
              <a:srgbClr val="DED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8" name="Chart 0">
            <a:extLst>
              <a:ext uri="{FF2B5EF4-FFF2-40B4-BE49-F238E27FC236}">
                <a16:creationId xmlns:a16="http://schemas.microsoft.com/office/drawing/2014/main" id="{AF161311-6FAF-75D0-26D4-185E1CB6F7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2855373"/>
              </p:ext>
            </p:extLst>
          </p:nvPr>
        </p:nvGraphicFramePr>
        <p:xfrm>
          <a:off x="157429" y="2296094"/>
          <a:ext cx="4754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3" name="Shape 17">
            <a:extLst>
              <a:ext uri="{FF2B5EF4-FFF2-40B4-BE49-F238E27FC236}">
                <a16:creationId xmlns:a16="http://schemas.microsoft.com/office/drawing/2014/main" id="{FCA31F7A-50DE-095F-7A1D-D01F5AE5F883}"/>
              </a:ext>
            </a:extLst>
          </p:cNvPr>
          <p:cNvSpPr/>
          <p:nvPr/>
        </p:nvSpPr>
        <p:spPr>
          <a:xfrm>
            <a:off x="5191506" y="2326270"/>
            <a:ext cx="3474720" cy="292608"/>
          </a:xfrm>
          <a:prstGeom prst="rect">
            <a:avLst/>
          </a:prstGeom>
          <a:solidFill>
            <a:srgbClr val="0029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18">
            <a:extLst>
              <a:ext uri="{FF2B5EF4-FFF2-40B4-BE49-F238E27FC236}">
                <a16:creationId xmlns:a16="http://schemas.microsoft.com/office/drawing/2014/main" id="{D11B480E-D0BD-CD4D-6E6F-64A6313B5E23}"/>
              </a:ext>
            </a:extLst>
          </p:cNvPr>
          <p:cNvSpPr/>
          <p:nvPr/>
        </p:nvSpPr>
        <p:spPr>
          <a:xfrm>
            <a:off x="5282946" y="232627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Company exit value vs. manufacturing approach</a:t>
            </a:r>
            <a:endParaRPr lang="en-US" sz="100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ACE487EB-5B96-0222-65F0-925F18FDD391}"/>
              </a:ext>
            </a:extLst>
          </p:cNvPr>
          <p:cNvSpPr/>
          <p:nvPr/>
        </p:nvSpPr>
        <p:spPr>
          <a:xfrm>
            <a:off x="5282946" y="271946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Convergent</a:t>
            </a:r>
            <a:endParaRPr lang="en-US" sz="900" dirty="0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F9B40496-5AD1-25D7-EF4C-E986D0E8B55C}"/>
              </a:ext>
            </a:extLst>
          </p:cNvPr>
          <p:cNvSpPr/>
          <p:nvPr/>
        </p:nvSpPr>
        <p:spPr>
          <a:xfrm>
            <a:off x="6471666" y="271946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CDMO Reserved Lines</a:t>
            </a:r>
            <a:endParaRPr lang="en-US" sz="800" dirty="0"/>
          </a:p>
        </p:txBody>
      </p:sp>
      <p:sp>
        <p:nvSpPr>
          <p:cNvPr id="77" name="Text 21">
            <a:extLst>
              <a:ext uri="{FF2B5EF4-FFF2-40B4-BE49-F238E27FC236}">
                <a16:creationId xmlns:a16="http://schemas.microsoft.com/office/drawing/2014/main" id="{54EF5188-DCFF-BC18-696B-9268666F1940}"/>
              </a:ext>
            </a:extLst>
          </p:cNvPr>
          <p:cNvSpPr/>
          <p:nvPr/>
        </p:nvSpPr>
        <p:spPr>
          <a:xfrm>
            <a:off x="5282946" y="287491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Private — clinical stage</a:t>
            </a:r>
            <a:endParaRPr lang="en-US" sz="900" dirty="0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2F671508-3525-5584-2363-D04D38EACCBD}"/>
              </a:ext>
            </a:extLst>
          </p:cNvPr>
          <p:cNvSpPr/>
          <p:nvPr/>
        </p:nvSpPr>
        <p:spPr>
          <a:xfrm>
            <a:off x="5282946" y="310351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Mariana</a:t>
            </a:r>
            <a:endParaRPr lang="en-US" sz="900" dirty="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54C693C1-91BF-7B78-3BDF-272162157E8F}"/>
              </a:ext>
            </a:extLst>
          </p:cNvPr>
          <p:cNvSpPr/>
          <p:nvPr/>
        </p:nvSpPr>
        <p:spPr>
          <a:xfrm>
            <a:off x="6471666" y="310351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mfg at exit</a:t>
            </a:r>
            <a:endParaRPr lang="en-US" sz="800" dirty="0"/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7B2E8128-2C38-5103-3906-9A9E1862281A}"/>
              </a:ext>
            </a:extLst>
          </p:cNvPr>
          <p:cNvSpPr/>
          <p:nvPr/>
        </p:nvSpPr>
        <p:spPr>
          <a:xfrm>
            <a:off x="5282946" y="325895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NVS $1.0B (4x)</a:t>
            </a:r>
            <a:endParaRPr lang="en-US" sz="900" dirty="0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99D63945-A642-8C3A-DB1D-CD38017602D2}"/>
              </a:ext>
            </a:extLst>
          </p:cNvPr>
          <p:cNvSpPr/>
          <p:nvPr/>
        </p:nvSpPr>
        <p:spPr>
          <a:xfrm>
            <a:off x="5282946" y="348755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Aktis</a:t>
            </a:r>
            <a:endParaRPr lang="en-US" sz="900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1A661B7E-4525-A2A0-5ACF-8B26E7D17167}"/>
              </a:ext>
            </a:extLst>
          </p:cNvPr>
          <p:cNvSpPr/>
          <p:nvPr/>
        </p:nvSpPr>
        <p:spPr>
          <a:xfrm>
            <a:off x="6471666" y="348755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cGMP</a:t>
            </a:r>
            <a:endParaRPr lang="en-US" sz="800" dirty="0"/>
          </a:p>
        </p:txBody>
      </p:sp>
      <p:sp>
        <p:nvSpPr>
          <p:cNvPr id="83" name="Text 27">
            <a:extLst>
              <a:ext uri="{FF2B5EF4-FFF2-40B4-BE49-F238E27FC236}">
                <a16:creationId xmlns:a16="http://schemas.microsoft.com/office/drawing/2014/main" id="{CDD9F208-401B-6B90-5A3A-CDAAF7D772A3}"/>
              </a:ext>
            </a:extLst>
          </p:cNvPr>
          <p:cNvSpPr/>
          <p:nvPr/>
        </p:nvSpPr>
        <p:spPr>
          <a:xfrm>
            <a:off x="5282946" y="364300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IPO $318M (Jan 2026)</a:t>
            </a:r>
            <a:endParaRPr lang="en-US" sz="900" dirty="0"/>
          </a:p>
        </p:txBody>
      </p:sp>
      <p:sp>
        <p:nvSpPr>
          <p:cNvPr id="84" name="Text 28">
            <a:extLst>
              <a:ext uri="{FF2B5EF4-FFF2-40B4-BE49-F238E27FC236}">
                <a16:creationId xmlns:a16="http://schemas.microsoft.com/office/drawing/2014/main" id="{8BD83CFE-3F9F-65F1-7032-745AB0CB277F}"/>
              </a:ext>
            </a:extLst>
          </p:cNvPr>
          <p:cNvSpPr/>
          <p:nvPr/>
        </p:nvSpPr>
        <p:spPr>
          <a:xfrm>
            <a:off x="5282946" y="387160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</a:t>
            </a:r>
            <a:endParaRPr lang="en-US" sz="900" dirty="0"/>
          </a:p>
        </p:txBody>
      </p:sp>
      <p:sp>
        <p:nvSpPr>
          <p:cNvPr id="85" name="Text 29">
            <a:extLst>
              <a:ext uri="{FF2B5EF4-FFF2-40B4-BE49-F238E27FC236}">
                <a16:creationId xmlns:a16="http://schemas.microsoft.com/office/drawing/2014/main" id="{A16FC4A7-570B-237C-8F24-32A2DAE082CC}"/>
              </a:ext>
            </a:extLst>
          </p:cNvPr>
          <p:cNvSpPr/>
          <p:nvPr/>
        </p:nvSpPr>
        <p:spPr>
          <a:xfrm>
            <a:off x="6471666" y="387160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CDMO agreement</a:t>
            </a:r>
            <a:endParaRPr lang="en-US" sz="800" dirty="0"/>
          </a:p>
        </p:txBody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176A6F26-3F23-4AC3-52FB-423E6EF68FEF}"/>
              </a:ext>
            </a:extLst>
          </p:cNvPr>
          <p:cNvSpPr/>
          <p:nvPr/>
        </p:nvSpPr>
        <p:spPr>
          <a:xfrm>
            <a:off x="5282946" y="402705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AZ $2.4B (15x)</a:t>
            </a:r>
            <a:endParaRPr lang="en-US" sz="900" dirty="0"/>
          </a:p>
        </p:txBody>
      </p:sp>
      <p:sp>
        <p:nvSpPr>
          <p:cNvPr id="87" name="Text 31">
            <a:extLst>
              <a:ext uri="{FF2B5EF4-FFF2-40B4-BE49-F238E27FC236}">
                <a16:creationId xmlns:a16="http://schemas.microsoft.com/office/drawing/2014/main" id="{D4650AB7-806A-371D-19C6-74E1F1857375}"/>
              </a:ext>
            </a:extLst>
          </p:cNvPr>
          <p:cNvSpPr/>
          <p:nvPr/>
        </p:nvSpPr>
        <p:spPr>
          <a:xfrm>
            <a:off x="5282946" y="425565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RayzeBio</a:t>
            </a:r>
            <a:endParaRPr lang="en-US" sz="900" dirty="0"/>
          </a:p>
        </p:txBody>
      </p:sp>
      <p:sp>
        <p:nvSpPr>
          <p:cNvPr id="88" name="Text 32">
            <a:extLst>
              <a:ext uri="{FF2B5EF4-FFF2-40B4-BE49-F238E27FC236}">
                <a16:creationId xmlns:a16="http://schemas.microsoft.com/office/drawing/2014/main" id="{D132BD51-E955-59AE-058C-27A72E5064CE}"/>
              </a:ext>
            </a:extLst>
          </p:cNvPr>
          <p:cNvSpPr/>
          <p:nvPr/>
        </p:nvSpPr>
        <p:spPr>
          <a:xfrm>
            <a:off x="6471666" y="425565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facility</a:t>
            </a:r>
            <a:endParaRPr lang="en-US" sz="800" dirty="0"/>
          </a:p>
        </p:txBody>
      </p:sp>
      <p:sp>
        <p:nvSpPr>
          <p:cNvPr id="89" name="Text 33">
            <a:extLst>
              <a:ext uri="{FF2B5EF4-FFF2-40B4-BE49-F238E27FC236}">
                <a16:creationId xmlns:a16="http://schemas.microsoft.com/office/drawing/2014/main" id="{766BD6D6-6274-DD4F-BB61-B300A23FFE09}"/>
              </a:ext>
            </a:extLst>
          </p:cNvPr>
          <p:cNvSpPr/>
          <p:nvPr/>
        </p:nvSpPr>
        <p:spPr>
          <a:xfrm>
            <a:off x="5282946" y="441110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Acq. BMS $4.1B (10x)</a:t>
            </a:r>
            <a:endParaRPr lang="en-US" sz="900" dirty="0"/>
          </a:p>
        </p:txBody>
      </p:sp>
      <p:sp>
        <p:nvSpPr>
          <p:cNvPr id="90" name="Text 34">
            <a:extLst>
              <a:ext uri="{FF2B5EF4-FFF2-40B4-BE49-F238E27FC236}">
                <a16:creationId xmlns:a16="http://schemas.microsoft.com/office/drawing/2014/main" id="{06675130-348F-2939-6083-845533B83A5D}"/>
              </a:ext>
            </a:extLst>
          </p:cNvPr>
          <p:cNvSpPr/>
          <p:nvPr/>
        </p:nvSpPr>
        <p:spPr>
          <a:xfrm>
            <a:off x="5282946" y="463970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</a:t>
            </a:r>
            <a:endParaRPr lang="en-US" sz="900" dirty="0"/>
          </a:p>
        </p:txBody>
      </p:sp>
      <p:sp>
        <p:nvSpPr>
          <p:cNvPr id="91" name="Text 35">
            <a:extLst>
              <a:ext uri="{FF2B5EF4-FFF2-40B4-BE49-F238E27FC236}">
                <a16:creationId xmlns:a16="http://schemas.microsoft.com/office/drawing/2014/main" id="{B14236E4-07CB-46A0-2DE7-25F79BBD3FAF}"/>
              </a:ext>
            </a:extLst>
          </p:cNvPr>
          <p:cNvSpPr/>
          <p:nvPr/>
        </p:nvSpPr>
        <p:spPr>
          <a:xfrm>
            <a:off x="6471666" y="463970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In-house GMP</a:t>
            </a:r>
            <a:endParaRPr lang="en-US" sz="800" dirty="0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1F3E01BD-6C80-7648-AC15-8CC7B6D598DC}"/>
              </a:ext>
            </a:extLst>
          </p:cNvPr>
          <p:cNvSpPr/>
          <p:nvPr/>
        </p:nvSpPr>
        <p:spPr>
          <a:xfrm>
            <a:off x="5282946" y="479515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</a:t>
            </a:r>
            <a:endParaRPr lang="en-US" sz="900" dirty="0"/>
          </a:p>
        </p:txBody>
      </p:sp>
      <p:sp>
        <p:nvSpPr>
          <p:cNvPr id="93" name="Shape 37">
            <a:extLst>
              <a:ext uri="{FF2B5EF4-FFF2-40B4-BE49-F238E27FC236}">
                <a16:creationId xmlns:a16="http://schemas.microsoft.com/office/drawing/2014/main" id="{124B65BF-DA89-9ACD-B4CF-2B89B4F61CC5}"/>
              </a:ext>
            </a:extLst>
          </p:cNvPr>
          <p:cNvSpPr/>
          <p:nvPr/>
        </p:nvSpPr>
        <p:spPr>
          <a:xfrm>
            <a:off x="5145786" y="4593982"/>
            <a:ext cx="3566160" cy="365760"/>
          </a:xfrm>
          <a:prstGeom prst="rect">
            <a:avLst/>
          </a:prstGeom>
          <a:solidFill>
            <a:srgbClr val="D5ED99">
              <a:alpha val="40000"/>
            </a:srgbClr>
          </a:solidFill>
          <a:ln w="12700">
            <a:solidFill>
              <a:srgbClr val="618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38">
            <a:extLst>
              <a:ext uri="{FF2B5EF4-FFF2-40B4-BE49-F238E27FC236}">
                <a16:creationId xmlns:a16="http://schemas.microsoft.com/office/drawing/2014/main" id="{EFBAAE04-F670-3406-DEC7-CF6DF4B1D586}"/>
              </a:ext>
            </a:extLst>
          </p:cNvPr>
          <p:cNvSpPr/>
          <p:nvPr/>
        </p:nvSpPr>
        <p:spPr>
          <a:xfrm>
            <a:off x="5145786" y="3057790"/>
            <a:ext cx="3566160" cy="365760"/>
          </a:xfrm>
          <a:prstGeom prst="rect">
            <a:avLst/>
          </a:prstGeom>
          <a:solidFill>
            <a:srgbClr val="000000">
              <a:alpha val="25000"/>
            </a:srgbClr>
          </a:solidFill>
          <a:ln w="6350">
            <a:solidFill>
              <a:srgbClr val="8F1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5">
            <a:extLst>
              <a:ext uri="{FF2B5EF4-FFF2-40B4-BE49-F238E27FC236}">
                <a16:creationId xmlns:a16="http://schemas.microsoft.com/office/drawing/2014/main" id="{226EE4C3-20C1-28DC-2DAF-7BBE27CD503B}"/>
              </a:ext>
            </a:extLst>
          </p:cNvPr>
          <p:cNvSpPr/>
          <p:nvPr/>
        </p:nvSpPr>
        <p:spPr>
          <a:xfrm>
            <a:off x="457200" y="1571199"/>
            <a:ext cx="2651760" cy="535615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F51F544B-7D82-86EC-59C2-CF2AF83B6627}"/>
              </a:ext>
            </a:extLst>
          </p:cNvPr>
          <p:cNvSpPr/>
          <p:nvPr/>
        </p:nvSpPr>
        <p:spPr>
          <a:xfrm>
            <a:off x="566928" y="1618747"/>
            <a:ext cx="2423160" cy="13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Peer median 1st raise</a:t>
            </a:r>
            <a:endParaRPr lang="en-US" sz="800" dirty="0"/>
          </a:p>
        </p:txBody>
      </p:sp>
      <p:sp>
        <p:nvSpPr>
          <p:cNvPr id="97" name="Text 7">
            <a:extLst>
              <a:ext uri="{FF2B5EF4-FFF2-40B4-BE49-F238E27FC236}">
                <a16:creationId xmlns:a16="http://schemas.microsoft.com/office/drawing/2014/main" id="{4FFC0B6E-6438-F4D3-1E46-9AE26A401A51}"/>
              </a:ext>
            </a:extLst>
          </p:cNvPr>
          <p:cNvSpPr/>
          <p:nvPr/>
        </p:nvSpPr>
        <p:spPr>
          <a:xfrm>
            <a:off x="566928" y="1743106"/>
            <a:ext cx="2423160" cy="223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56670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$72M</a:t>
            </a:r>
            <a:endParaRPr lang="en-US" dirty="0"/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027D7E06-2966-93C0-B444-2D3AFE49220B}"/>
              </a:ext>
            </a:extLst>
          </p:cNvPr>
          <p:cNvSpPr/>
          <p:nvPr/>
        </p:nvSpPr>
        <p:spPr>
          <a:xfrm>
            <a:off x="566928" y="1958622"/>
            <a:ext cx="2423160" cy="13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56670"/>
                </a:solidFill>
                <a:latin typeface="Funnel Sans" pitchFamily="34" charset="0"/>
              </a:rPr>
              <a:t>Funds only research, no GMP manufacturing in comps.</a:t>
            </a:r>
            <a:endParaRPr lang="en-US" sz="700" dirty="0"/>
          </a:p>
        </p:txBody>
      </p:sp>
      <p:sp>
        <p:nvSpPr>
          <p:cNvPr id="99" name="Shape 9">
            <a:extLst>
              <a:ext uri="{FF2B5EF4-FFF2-40B4-BE49-F238E27FC236}">
                <a16:creationId xmlns:a16="http://schemas.microsoft.com/office/drawing/2014/main" id="{AF1E5277-E64A-2B70-12DF-7D087089C33A}"/>
              </a:ext>
            </a:extLst>
          </p:cNvPr>
          <p:cNvSpPr/>
          <p:nvPr/>
        </p:nvSpPr>
        <p:spPr>
          <a:xfrm>
            <a:off x="3291840" y="1571199"/>
            <a:ext cx="2651760" cy="535615"/>
          </a:xfrm>
          <a:prstGeom prst="rect">
            <a:avLst/>
          </a:prstGeom>
          <a:solidFill>
            <a:srgbClr val="D5ED99"/>
          </a:solidFill>
          <a:ln w="12700">
            <a:solidFill>
              <a:srgbClr val="61896E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0" name="Text 10">
            <a:extLst>
              <a:ext uri="{FF2B5EF4-FFF2-40B4-BE49-F238E27FC236}">
                <a16:creationId xmlns:a16="http://schemas.microsoft.com/office/drawing/2014/main" id="{06FC69F1-626B-345E-3D36-43AA0E593DFC}"/>
              </a:ext>
            </a:extLst>
          </p:cNvPr>
          <p:cNvSpPr/>
          <p:nvPr/>
        </p:nvSpPr>
        <p:spPr>
          <a:xfrm>
            <a:off x="3401568" y="1618747"/>
            <a:ext cx="2423160" cy="13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Sego seed</a:t>
            </a:r>
            <a:endParaRPr lang="en-US" sz="800" dirty="0"/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CC6DDE21-0664-F946-BD2F-561BDAD07EA4}"/>
              </a:ext>
            </a:extLst>
          </p:cNvPr>
          <p:cNvSpPr/>
          <p:nvPr/>
        </p:nvSpPr>
        <p:spPr>
          <a:xfrm>
            <a:off x="3401568" y="1743106"/>
            <a:ext cx="2423160" cy="223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$80M</a:t>
            </a:r>
            <a:endParaRPr lang="en-US" dirty="0"/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913280A2-DBA7-7C4A-2DF0-FA15A9CFE147}"/>
              </a:ext>
            </a:extLst>
          </p:cNvPr>
          <p:cNvSpPr/>
          <p:nvPr/>
        </p:nvSpPr>
        <p:spPr>
          <a:xfrm>
            <a:off x="3401568" y="1958622"/>
            <a:ext cx="2423160" cy="13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1896E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Includes in-house manufacturing</a:t>
            </a:r>
            <a:endParaRPr lang="en-US" sz="700" dirty="0"/>
          </a:p>
        </p:txBody>
      </p:sp>
      <p:sp>
        <p:nvSpPr>
          <p:cNvPr id="103" name="Shape 13">
            <a:extLst>
              <a:ext uri="{FF2B5EF4-FFF2-40B4-BE49-F238E27FC236}">
                <a16:creationId xmlns:a16="http://schemas.microsoft.com/office/drawing/2014/main" id="{AFE3B944-19F7-EB32-BD7B-F4E09FFB678C}"/>
              </a:ext>
            </a:extLst>
          </p:cNvPr>
          <p:cNvSpPr/>
          <p:nvPr/>
        </p:nvSpPr>
        <p:spPr>
          <a:xfrm>
            <a:off x="6126480" y="1571199"/>
            <a:ext cx="2651760" cy="535615"/>
          </a:xfrm>
          <a:prstGeom prst="rect">
            <a:avLst/>
          </a:prstGeom>
          <a:solidFill>
            <a:srgbClr val="FFFFFF"/>
          </a:solidFill>
          <a:ln w="6350">
            <a:solidFill>
              <a:srgbClr val="DED6D3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9E0BD337-88D1-FBD5-FD15-D24C8211F2EA}"/>
              </a:ext>
            </a:extLst>
          </p:cNvPr>
          <p:cNvSpPr/>
          <p:nvPr/>
        </p:nvSpPr>
        <p:spPr>
          <a:xfrm>
            <a:off x="6236208" y="1618747"/>
            <a:ext cx="2423160" cy="13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Exit multiple with manufacturing</a:t>
            </a:r>
            <a:endParaRPr lang="en-US" sz="800" dirty="0"/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E16C7350-F38B-43A9-32F8-866AE1E766D7}"/>
              </a:ext>
            </a:extLst>
          </p:cNvPr>
          <p:cNvSpPr/>
          <p:nvPr/>
        </p:nvSpPr>
        <p:spPr>
          <a:xfrm>
            <a:off x="6236208" y="1743106"/>
            <a:ext cx="2423160" cy="223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56670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10–15x</a:t>
            </a:r>
            <a:endParaRPr lang="en-US" dirty="0"/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841E108B-CA6C-8C9F-BE23-11F7F7FD7445}"/>
              </a:ext>
            </a:extLst>
          </p:cNvPr>
          <p:cNvSpPr/>
          <p:nvPr/>
        </p:nvSpPr>
        <p:spPr>
          <a:xfrm>
            <a:off x="6236208" y="1958622"/>
            <a:ext cx="2423160" cy="13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Without manufacturing: 4x (Mariana)</a:t>
            </a:r>
            <a:endParaRPr lang="en-US" sz="700" dirty="0"/>
          </a:p>
        </p:txBody>
      </p:sp>
      <p:sp>
        <p:nvSpPr>
          <p:cNvPr id="107" name="Shape 3">
            <a:extLst>
              <a:ext uri="{FF2B5EF4-FFF2-40B4-BE49-F238E27FC236}">
                <a16:creationId xmlns:a16="http://schemas.microsoft.com/office/drawing/2014/main" id="{8D3C6FA3-905F-2D72-5DD5-0A1878C3F874}"/>
              </a:ext>
            </a:extLst>
          </p:cNvPr>
          <p:cNvSpPr/>
          <p:nvPr/>
        </p:nvSpPr>
        <p:spPr>
          <a:xfrm>
            <a:off x="195834" y="2203741"/>
            <a:ext cx="8811006" cy="0"/>
          </a:xfrm>
          <a:prstGeom prst="line">
            <a:avLst/>
          </a:prstGeom>
          <a:noFill/>
          <a:ln w="9525">
            <a:solidFill>
              <a:srgbClr val="DED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661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ysClr val="window" lastClr="FFFFFF"/>
      </a:lt1>
      <a:dk2>
        <a:srgbClr val="656670"/>
      </a:dk2>
      <a:lt2>
        <a:srgbClr val="F6F3F2"/>
      </a:lt2>
      <a:accent1>
        <a:srgbClr val="002924"/>
      </a:accent1>
      <a:accent2>
        <a:srgbClr val="B1C8B0"/>
      </a:accent2>
      <a:accent3>
        <a:srgbClr val="61896E"/>
      </a:accent3>
      <a:accent4>
        <a:srgbClr val="D5ED99"/>
      </a:accent4>
      <a:accent5>
        <a:srgbClr val="DED6D3"/>
      </a:accent5>
      <a:accent6>
        <a:srgbClr val="8F1A43"/>
      </a:accent6>
      <a:hlink>
        <a:srgbClr val="002924"/>
      </a:hlink>
      <a:folHlink>
        <a:srgbClr val="B1C8B0"/>
      </a:folHlink>
    </a:clrScheme>
    <a:fontScheme name="Sego">
      <a:majorFont>
        <a:latin typeface="Funnel Sans Light"/>
        <a:ea typeface=""/>
        <a:cs typeface=""/>
      </a:majorFont>
      <a:minorFont>
        <a:latin typeface="Funne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401</Words>
  <Application>Microsoft Office PowerPoint</Application>
  <PresentationFormat>On-screen Show (16:9)</PresentationFormat>
  <Paragraphs>88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Funnel Sans</vt:lpstr>
      <vt:lpstr>Funnel Sans Light</vt:lpstr>
      <vt:lpstr>Funnel Sans Medium</vt:lpstr>
      <vt:lpstr>Season Mix</vt:lpstr>
      <vt:lpstr>2_Office Theme</vt:lpstr>
      <vt:lpstr>RLT co’s raise $50-75M at conception, with significant follow-on raises before exit</vt:lpstr>
      <vt:lpstr>First institutional rounds for RLT co’s consistently exceed $45M at conception</vt:lpstr>
      <vt:lpstr>Typical 1st raises fund only pipeline; Sego’s Seed funds pipeline &amp; GMP at a similar investment scale</vt:lpstr>
      <vt:lpstr>Sego investors get pipeline &amp; GMP for comparable capital to successful RLT 1st raises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RLT Fundraising Comps</dc:title>
  <dc:subject>PptxGenJS Presentation</dc:subject>
  <dc:creator>Sego Therapeutics</dc:creator>
  <cp:lastModifiedBy>Becca Levin</cp:lastModifiedBy>
  <cp:revision>1</cp:revision>
  <dcterms:created xsi:type="dcterms:W3CDTF">2026-05-27T18:03:22Z</dcterms:created>
  <dcterms:modified xsi:type="dcterms:W3CDTF">2026-05-27T19:04:05Z</dcterms:modified>
</cp:coreProperties>
</file>