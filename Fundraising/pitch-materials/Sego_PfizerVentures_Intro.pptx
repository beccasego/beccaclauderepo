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Pfizer Ventures  •  Why Sego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Partnering with Sego lets Pfizer enter RLT — </a:t>
            </a:r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next ADC-scale market</a:t>
            </a:r>
            <a:pPr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while entry is still cheap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966960" y="365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9584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3529584" cy="1051560"/>
          </a:xfrm>
          <a:prstGeom prst="roundRect">
            <a:avLst>
              <a:gd name="adj" fmla="val 8696"/>
            </a:avLst>
          </a:prstGeom>
          <a:solidFill>
            <a:srgbClr val="00292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044952"/>
            <a:ext cx="3529584" cy="109728"/>
          </a:xfrm>
          <a:prstGeom prst="rect">
            <a:avLst/>
          </a:prstGeom>
          <a:solidFill>
            <a:srgbClr val="002924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395728"/>
            <a:ext cx="457200" cy="457200"/>
          </a:xfrm>
          <a:prstGeom prst="ellipse">
            <a:avLst/>
          </a:prstGeom>
          <a:solidFill>
            <a:srgbClr val="D5ED99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249424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RLT is where ADCs were 5–10 years ago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3410712"/>
            <a:ext cx="29443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 emerging modality with proven clinical wins and established players. The chance to enter the next ADC-scale market — now, not after it consolidates.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70832" y="2103120"/>
            <a:ext cx="3529584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0832" y="2103120"/>
            <a:ext cx="3529584" cy="1051560"/>
          </a:xfrm>
          <a:prstGeom prst="roundRect">
            <a:avLst>
              <a:gd name="adj" fmla="val 8696"/>
            </a:avLst>
          </a:prstGeom>
          <a:solidFill>
            <a:srgbClr val="61896E"/>
          </a:solidFill>
          <a:ln/>
        </p:spPr>
      </p:sp>
      <p:sp>
        <p:nvSpPr>
          <p:cNvPr id="14" name="Shape 12"/>
          <p:cNvSpPr/>
          <p:nvPr/>
        </p:nvSpPr>
        <p:spPr>
          <a:xfrm>
            <a:off x="4370832" y="3044952"/>
            <a:ext cx="3529584" cy="109728"/>
          </a:xfrm>
          <a:prstGeom prst="rect">
            <a:avLst/>
          </a:prstGeom>
          <a:solidFill>
            <a:srgbClr val="61896E"/>
          </a:solidFill>
          <a:ln/>
        </p:spPr>
      </p:sp>
      <p:sp>
        <p:nvSpPr>
          <p:cNvPr id="15" name="Shape 13"/>
          <p:cNvSpPr/>
          <p:nvPr/>
        </p:nvSpPr>
        <p:spPr>
          <a:xfrm>
            <a:off x="4626864" y="2395728"/>
            <a:ext cx="457200" cy="457200"/>
          </a:xfrm>
          <a:prstGeom prst="ellipse">
            <a:avLst/>
          </a:prstGeom>
          <a:solidFill>
            <a:srgbClr val="D5ED99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93792" y="2249424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Pfizer is built to win this play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3410712"/>
            <a:ext cx="29443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Deep oncology franchise plus newly acquired RLT talent — directly complementary to your ADC, targeted oncology, and IO assets.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93024" y="2103120"/>
            <a:ext cx="3529584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93024" y="2103120"/>
            <a:ext cx="3529584" cy="1051560"/>
          </a:xfrm>
          <a:prstGeom prst="roundRect">
            <a:avLst>
              <a:gd name="adj" fmla="val 8696"/>
            </a:avLst>
          </a:prstGeom>
          <a:solidFill>
            <a:srgbClr val="D5ED99"/>
          </a:solidFill>
          <a:ln/>
        </p:spPr>
      </p:sp>
      <p:sp>
        <p:nvSpPr>
          <p:cNvPr id="21" name="Shape 19"/>
          <p:cNvSpPr/>
          <p:nvPr/>
        </p:nvSpPr>
        <p:spPr>
          <a:xfrm>
            <a:off x="8193024" y="3044952"/>
            <a:ext cx="3529584" cy="109728"/>
          </a:xfrm>
          <a:prstGeom prst="rect">
            <a:avLst/>
          </a:prstGeom>
          <a:solidFill>
            <a:srgbClr val="D5ED99"/>
          </a:solidFill>
          <a:ln/>
        </p:spPr>
      </p:sp>
      <p:sp>
        <p:nvSpPr>
          <p:cNvPr id="22" name="Shape 20"/>
          <p:cNvSpPr/>
          <p:nvPr/>
        </p:nvSpPr>
        <p:spPr>
          <a:xfrm>
            <a:off x="8449056" y="2395728"/>
            <a:ext cx="457200" cy="457200"/>
          </a:xfrm>
          <a:prstGeom prst="ellipse">
            <a:avLst/>
          </a:prstGeom>
          <a:solidFill>
            <a:srgbClr val="002924"/>
          </a:solidFill>
          <a:ln/>
        </p:spPr>
      </p:sp>
      <p:sp>
        <p:nvSpPr>
          <p:cNvPr id="23" name="Text 21"/>
          <p:cNvSpPr/>
          <p:nvPr/>
        </p:nvSpPr>
        <p:spPr>
          <a:xfrm>
            <a:off x="8449056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5ED99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15984" y="2249424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Early is the only cheap entry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85632" y="3410712"/>
            <a:ext cx="29443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Sego is early, but RLT value compounds fast. Waiting costs far more and forecloses 10x upside. The train fills at the next stop.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Pfizer Ventures — Why Sego</dc:title>
  <dc:subject>PptxGenJS Presentation</dc:subject>
  <dc:creator>Sego Therapeutics</dc:creator>
  <cp:lastModifiedBy>Sego Therapeutics</cp:lastModifiedBy>
  <cp:revision>1</cp:revision>
  <dcterms:created xsi:type="dcterms:W3CDTF">2026-07-06T17:41:32Z</dcterms:created>
  <dcterms:modified xsi:type="dcterms:W3CDTF">2026-07-06T17:41:32Z</dcterms:modified>
</cp:coreProperties>
</file>