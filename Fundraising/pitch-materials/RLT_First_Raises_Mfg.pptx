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Convergent</c:v>
                  </c:pt>
                  <c:pt idx="1">
                    <c:v>Mariana</c:v>
                  </c:pt>
                  <c:pt idx="2">
                    <c:v>Aktis</c:v>
                  </c:pt>
                  <c:pt idx="3">
                    <c:v>Fusion</c:v>
                  </c:pt>
                  <c:pt idx="4">
                    <c:v>RayzeBio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75</c:v>
                </c:pt>
                <c:pt idx="2">
                  <c:v>72</c:v>
                </c:pt>
                <c:pt idx="3">
                  <c:v>46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b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Fundraising comps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 raises fund platform + pipeline — manufacturing comes later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None of these 5 companies had in-house manufacturing at the time of their inaugural raise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278624" y="137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651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 1st raise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$72M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2651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Had mfg at 1st raise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2900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0 of 5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115568"/>
            <a:ext cx="2651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years to mfg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~3 yrs</a:t>
            </a:r>
            <a:endParaRPr lang="en-US" sz="2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274320" y="1874520"/>
          <a:ext cx="8412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5349240" y="2221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$90M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52160" y="2221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2nd raise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63440" y="2633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$75M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Post-acq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26280" y="3044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$72M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3044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4th raise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337560" y="34564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$46M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40480" y="3456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3rd raise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91840" y="3867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$45M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794760" y="38679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mfg: 4th raise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480560" y="1965960"/>
            <a:ext cx="0" cy="2331720"/>
          </a:xfrm>
          <a:prstGeom prst="line">
            <a:avLst/>
          </a:prstGeom>
          <a:noFill/>
          <a:ln w="19050">
            <a:solidFill>
              <a:srgbClr val="8F1A43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3977640" y="18288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Median: $72M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Raises Fund Platform + Pipeline</dc:title>
  <dc:subject>PptxGenJS Presentation</dc:subject>
  <dc:creator>Sego Therapeutics</dc:creator>
  <cp:lastModifiedBy>Sego Therapeutics</cp:lastModifiedBy>
  <cp:revision>1</cp:revision>
  <dcterms:created xsi:type="dcterms:W3CDTF">2026-05-27T17:55:42Z</dcterms:created>
  <dcterms:modified xsi:type="dcterms:W3CDTF">2026-05-27T17:55:42Z</dcterms:modified>
</cp:coreProperties>
</file>