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Pfizer Ventures  •  Why Sego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Investing in Sego is an opportunity to enter the </a:t>
            </a:r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budding RLT market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early, with a proven team and a platform that strengthens Pfizer's oncology franchise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66960" y="365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9584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77440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00292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319272"/>
            <a:ext cx="3529584" cy="109728"/>
          </a:xfrm>
          <a:prstGeom prst="rect">
            <a:avLst/>
          </a:prstGeom>
          <a:solidFill>
            <a:srgbClr val="002924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670048"/>
            <a:ext cx="457200" cy="4572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52374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RLT is where ADCs were 5–10 years ago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3685032"/>
            <a:ext cx="2944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 clinical wins, established players, and room to lead. This is Pfizer's opportunity to enter the next ADC-scale market before it consolidates.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70832" y="2377440"/>
            <a:ext cx="3529584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2377440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61896E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0832" y="3319272"/>
            <a:ext cx="3529584" cy="109728"/>
          </a:xfrm>
          <a:prstGeom prst="rect">
            <a:avLst/>
          </a:prstGeom>
          <a:solidFill>
            <a:srgbClr val="61896E"/>
          </a:solidFill>
          <a:ln/>
        </p:spPr>
      </p:sp>
      <p:sp>
        <p:nvSpPr>
          <p:cNvPr id="15" name="Shape 13"/>
          <p:cNvSpPr/>
          <p:nvPr/>
        </p:nvSpPr>
        <p:spPr>
          <a:xfrm>
            <a:off x="4626864" y="2670048"/>
            <a:ext cx="457200" cy="4572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93792" y="252374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Pfizer is built to win here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3685032"/>
            <a:ext cx="2944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Your oncology franchise and newly acquired RLT talent slot straight into your ADC, targeted oncology, and IO portfolio.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93024" y="2377440"/>
            <a:ext cx="3529584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93024" y="2377440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D5ED99"/>
          </a:solidFill>
          <a:ln/>
        </p:spPr>
      </p:sp>
      <p:sp>
        <p:nvSpPr>
          <p:cNvPr id="21" name="Shape 19"/>
          <p:cNvSpPr/>
          <p:nvPr/>
        </p:nvSpPr>
        <p:spPr>
          <a:xfrm>
            <a:off x="8193024" y="3319272"/>
            <a:ext cx="3529584" cy="109728"/>
          </a:xfrm>
          <a:prstGeom prst="rect">
            <a:avLst/>
          </a:prstGeom>
          <a:solidFill>
            <a:srgbClr val="D5ED99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9056" y="2670048"/>
            <a:ext cx="457200" cy="457200"/>
          </a:xfrm>
          <a:prstGeom prst="ellipse">
            <a:avLst/>
          </a:prstGeom>
          <a:solidFill>
            <a:srgbClr val="002924"/>
          </a:solidFill>
          <a:ln/>
        </p:spPr>
      </p:sp>
      <p:sp>
        <p:nvSpPr>
          <p:cNvPr id="23" name="Text 21"/>
          <p:cNvSpPr/>
          <p:nvPr/>
        </p:nvSpPr>
        <p:spPr>
          <a:xfrm>
            <a:off x="8449056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5ED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15984" y="252374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Entering early captures the most value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85632" y="3685032"/>
            <a:ext cx="2944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 is early, and RLT value compounds fast. Entering now captures the steepest part of the curve, where the same stake buys the most upside.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Pfizer Ventures - Why Sego</dc:title>
  <dc:subject>PptxGenJS Presentation</dc:subject>
  <dc:creator>Sego Therapeutics</dc:creator>
  <cp:lastModifiedBy>Sego Therapeutics</cp:lastModifiedBy>
  <cp:revision>1</cp:revision>
  <dcterms:created xsi:type="dcterms:W3CDTF">2026-07-06T17:58:24Z</dcterms:created>
  <dcterms:modified xsi:type="dcterms:W3CDTF">2026-07-06T17:58:24Z</dcterms:modified>
</cp:coreProperties>
</file>