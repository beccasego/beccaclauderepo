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0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China's RLT players cluster in peptide + β-emitter, with ADC entrants expanding to antibodies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895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09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640080"/>
            <a:ext cx="8028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Binder Modality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3548" y="640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Size →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80744" y="868680"/>
            <a:ext cx="1965960" cy="274320"/>
          </a:xfrm>
          <a:prstGeom prst="roundRect">
            <a:avLst>
              <a:gd name="adj" fmla="val 20000"/>
            </a:avLst>
          </a:prstGeom>
          <a:solidFill>
            <a:srgbClr val="B1C8B0"/>
          </a:solidFill>
          <a:ln/>
        </p:spPr>
      </p:sp>
      <p:sp>
        <p:nvSpPr>
          <p:cNvPr id="9" name="Text 7"/>
          <p:cNvSpPr/>
          <p:nvPr/>
        </p:nvSpPr>
        <p:spPr>
          <a:xfrm>
            <a:off x="1380744" y="868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Small Molecule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01568" y="868680"/>
            <a:ext cx="1965960" cy="274320"/>
          </a:xfrm>
          <a:prstGeom prst="roundRect">
            <a:avLst>
              <a:gd name="adj" fmla="val 20000"/>
            </a:avLst>
          </a:prstGeom>
          <a:solidFill>
            <a:srgbClr val="61896E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868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Peptide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22392" y="868680"/>
            <a:ext cx="1965960" cy="274320"/>
          </a:xfrm>
          <a:prstGeom prst="roundRect">
            <a:avLst>
              <a:gd name="adj" fmla="val 20000"/>
            </a:avLst>
          </a:prstGeom>
          <a:solidFill>
            <a:srgbClr val="5475E8"/>
          </a:solidFill>
          <a:ln/>
        </p:spPr>
      </p:sp>
      <p:sp>
        <p:nvSpPr>
          <p:cNvPr id="13" name="Text 11"/>
          <p:cNvSpPr/>
          <p:nvPr/>
        </p:nvSpPr>
        <p:spPr>
          <a:xfrm>
            <a:off x="5422392" y="868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Small Protein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43216" y="868680"/>
            <a:ext cx="1965960" cy="274320"/>
          </a:xfrm>
          <a:prstGeom prst="roundRect">
            <a:avLst>
              <a:gd name="adj" fmla="val 20000"/>
            </a:avLst>
          </a:prstGeom>
          <a:solidFill>
            <a:srgbClr val="002924"/>
          </a:solidFill>
          <a:ln/>
        </p:spPr>
      </p:sp>
      <p:sp>
        <p:nvSpPr>
          <p:cNvPr id="15" name="Text 13"/>
          <p:cNvSpPr/>
          <p:nvPr/>
        </p:nvSpPr>
        <p:spPr>
          <a:xfrm>
            <a:off x="7443216" y="868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Antibody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 rot="16200000">
            <a:off x="45720" y="1417320"/>
            <a:ext cx="365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Radioisotope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2960" y="1197864"/>
            <a:ext cx="502920" cy="1417320"/>
          </a:xfrm>
          <a:prstGeom prst="roundRect">
            <a:avLst>
              <a:gd name="adj" fmla="val 10909"/>
            </a:avLst>
          </a:prstGeom>
          <a:solidFill>
            <a:srgbClr val="D5ED9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1197864"/>
            <a:ext cx="502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α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2960" y="2670048"/>
            <a:ext cx="502920" cy="1417320"/>
          </a:xfrm>
          <a:prstGeom prst="roundRect">
            <a:avLst>
              <a:gd name="adj" fmla="val 10909"/>
            </a:avLst>
          </a:prstGeom>
          <a:solidFill>
            <a:srgbClr val="B1C8B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670048"/>
            <a:ext cx="502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β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380744" y="1197864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401568" y="1197864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22392" y="1197864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443216" y="1197864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380744" y="2670048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401568" y="2670048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22392" y="2670048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443216" y="2670048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pic>
        <p:nvPicPr>
          <p:cNvPr id="29" name="Image 0" descr="/sessions/nice-vibrant-thompson/mnt/outputs/logos/findc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1335024"/>
            <a:ext cx="914400" cy="292608"/>
          </a:xfrm>
          <a:prstGeom prst="rect">
            <a:avLst/>
          </a:prstGeom>
        </p:spPr>
      </p:pic>
      <p:pic>
        <p:nvPicPr>
          <p:cNvPr id="30" name="Image 1" descr="/sessions/nice-vibrant-thompson/mnt/outputs/logos/full-li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1700784"/>
            <a:ext cx="914400" cy="292608"/>
          </a:xfrm>
          <a:prstGeom prst="rect">
            <a:avLst/>
          </a:prstGeom>
        </p:spPr>
      </p:pic>
      <p:pic>
        <p:nvPicPr>
          <p:cNvPr id="31" name="Image 2" descr="/sessions/nice-vibrant-thompson/mnt/outputs/logos/alphag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2066544"/>
            <a:ext cx="914400" cy="292608"/>
          </a:xfrm>
          <a:prstGeom prst="rect">
            <a:avLst/>
          </a:prstGeom>
        </p:spPr>
      </p:pic>
      <p:pic>
        <p:nvPicPr>
          <p:cNvPr id="32" name="Image 3" descr="/sessions/nice-vibrant-thompson/mnt/outputs/logos/smartnucli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335024"/>
            <a:ext cx="914400" cy="292608"/>
          </a:xfrm>
          <a:prstGeom prst="rect">
            <a:avLst/>
          </a:prstGeom>
        </p:spPr>
      </p:pic>
      <p:pic>
        <p:nvPicPr>
          <p:cNvPr id="33" name="Image 4" descr="/sessions/nice-vibrant-thompson/mnt/outputs/logos/norro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2184" y="2807208"/>
            <a:ext cx="914400" cy="292608"/>
          </a:xfrm>
          <a:prstGeom prst="rect">
            <a:avLst/>
          </a:prstGeom>
        </p:spPr>
      </p:pic>
      <p:pic>
        <p:nvPicPr>
          <p:cNvPr id="34" name="Image 5" descr="/sessions/nice-vibrant-thompson/mnt/outputs/logos/a3raybi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184" y="3172968"/>
            <a:ext cx="914400" cy="292608"/>
          </a:xfrm>
          <a:prstGeom prst="rect">
            <a:avLst/>
          </a:prstGeom>
        </p:spPr>
      </p:pic>
      <p:pic>
        <p:nvPicPr>
          <p:cNvPr id="35" name="Image 6" descr="/sessions/nice-vibrant-thompson/mnt/outputs/logos/pepli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743200"/>
            <a:ext cx="914400" cy="292608"/>
          </a:xfrm>
          <a:prstGeom prst="rect">
            <a:avLst/>
          </a:prstGeom>
        </p:spPr>
      </p:pic>
      <p:pic>
        <p:nvPicPr>
          <p:cNvPr id="36" name="Image 7" descr="/sessions/nice-vibrant-thompson/mnt/outputs/logos/bivisi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035808"/>
            <a:ext cx="914400" cy="292608"/>
          </a:xfrm>
          <a:prstGeom prst="rect">
            <a:avLst/>
          </a:prstGeom>
        </p:spPr>
      </p:pic>
      <p:pic>
        <p:nvPicPr>
          <p:cNvPr id="37" name="Image 8" descr="/sessions/nice-vibrant-thompson/mnt/outputs/logos/hexi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328416"/>
            <a:ext cx="914400" cy="292608"/>
          </a:xfrm>
          <a:prstGeom prst="rect">
            <a:avLst/>
          </a:prstGeom>
        </p:spPr>
      </p:pic>
      <p:pic>
        <p:nvPicPr>
          <p:cNvPr id="38" name="Image 9" descr="/sessions/nice-vibrant-thompson/mnt/outputs/logos/kelu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5968" y="2743200"/>
            <a:ext cx="914400" cy="292608"/>
          </a:xfrm>
          <a:prstGeom prst="rect">
            <a:avLst/>
          </a:prstGeom>
        </p:spPr>
      </p:pic>
      <p:pic>
        <p:nvPicPr>
          <p:cNvPr id="39" name="Image 10" descr="/sessions/nice-vibrant-thompson/mnt/outputs/logos/lncy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5968" y="3035808"/>
            <a:ext cx="914400" cy="292608"/>
          </a:xfrm>
          <a:prstGeom prst="rect">
            <a:avLst/>
          </a:prstGeom>
        </p:spPr>
      </p:pic>
      <p:pic>
        <p:nvPicPr>
          <p:cNvPr id="40" name="Image 11" descr="/sessions/nice-vibrant-thompson/mnt/outputs/logos/boomra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5968" y="3328416"/>
            <a:ext cx="914400" cy="292608"/>
          </a:xfrm>
          <a:prstGeom prst="rect">
            <a:avLst/>
          </a:prstGeom>
        </p:spPr>
      </p:pic>
      <p:pic>
        <p:nvPicPr>
          <p:cNvPr id="41" name="Image 12" descr="/sessions/nice-vibrant-thompson/mnt/outputs/logos/nanoma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3832" y="2807208"/>
            <a:ext cx="914400" cy="292608"/>
          </a:xfrm>
          <a:prstGeom prst="rect">
            <a:avLst/>
          </a:prstGeom>
        </p:spPr>
      </p:pic>
      <p:pic>
        <p:nvPicPr>
          <p:cNvPr id="42" name="Image 13" descr="/sessions/nice-vibrant-thompson/mnt/outputs/logos/grandpharm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34656" y="2807208"/>
            <a:ext cx="914400" cy="292608"/>
          </a:xfrm>
          <a:prstGeom prst="rect">
            <a:avLst/>
          </a:prstGeom>
        </p:spPr>
      </p:pic>
      <p:pic>
        <p:nvPicPr>
          <p:cNvPr id="43" name="Image 14" descr="/sessions/nice-vibrant-thompson/mnt/outputs/logos/hengrui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34656" y="3172968"/>
            <a:ext cx="914400" cy="292608"/>
          </a:xfrm>
          <a:prstGeom prst="rect">
            <a:avLst/>
          </a:prstGeom>
        </p:spPr>
      </p:pic>
      <p:pic>
        <p:nvPicPr>
          <p:cNvPr id="44" name="Image 15" descr="/sessions/nice-vibrant-thompson/mnt/outputs/logos/kelun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34656" y="3538728"/>
            <a:ext cx="914400" cy="292608"/>
          </a:xfrm>
          <a:prstGeom prst="rect">
            <a:avLst/>
          </a:prstGeom>
        </p:spPr>
      </p:pic>
      <p:sp>
        <p:nvSpPr>
          <p:cNvPr id="45" name="Shape 27"/>
          <p:cNvSpPr/>
          <p:nvPr/>
        </p:nvSpPr>
        <p:spPr>
          <a:xfrm>
            <a:off x="3374136" y="2642616"/>
            <a:ext cx="2020824" cy="1472184"/>
          </a:xfrm>
          <a:prstGeom prst="roundRect">
            <a:avLst>
              <a:gd name="adj" fmla="val 4969"/>
            </a:avLst>
          </a:prstGeom>
          <a:solidFill>
            <a:srgbClr val="FFFFFF">
              <a:alpha val="0"/>
            </a:srgbClr>
          </a:solidFill>
          <a:ln w="31750">
            <a:solidFill>
              <a:srgbClr val="D5ED99"/>
            </a:solidFill>
            <a:prstDash val="dash"/>
          </a:ln>
        </p:spPr>
      </p:sp>
      <p:sp>
        <p:nvSpPr>
          <p:cNvPr id="46" name="Shape 28"/>
          <p:cNvSpPr/>
          <p:nvPr/>
        </p:nvSpPr>
        <p:spPr>
          <a:xfrm>
            <a:off x="457200" y="422452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sp>
        <p:nvSpPr>
          <p:cNvPr id="47" name="Text 29"/>
          <p:cNvSpPr/>
          <p:nvPr/>
        </p:nvSpPr>
        <p:spPr>
          <a:xfrm>
            <a:off x="640080" y="427024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Peptide-focused, 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following proven pathways (PSMA/SSTR analogs)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Lu-177 (β) dominant, 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with gradual expansion into Ac-225 (α)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ADC players entering, 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often starting with antibody-based RLT</a:t>
            </a:r>
            <a:endParaRPr lang="en-US" sz="900" dirty="0"/>
          </a:p>
        </p:txBody>
      </p:sp>
      <p:sp>
        <p:nvSpPr>
          <p:cNvPr id="48" name="Text 3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NextPharma, Pharmacube (via BFC Group)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RLT Strategy Matrix</dc:title>
  <dc:subject>PptxGenJS Presentation</dc:subject>
  <dc:creator>Sego Therapeutics</dc:creator>
  <cp:lastModifiedBy>Sego Therapeutics</cp:lastModifiedBy>
  <cp:revision>1</cp:revision>
  <dcterms:created xsi:type="dcterms:W3CDTF">2026-07-09T20:35:04Z</dcterms:created>
  <dcterms:modified xsi:type="dcterms:W3CDTF">2026-07-09T20:35:04Z</dcterms:modified>
</cp:coreProperties>
</file>