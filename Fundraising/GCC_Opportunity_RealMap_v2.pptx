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GCC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017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Two near-antipodean facilities enable same-day dose delivery to any point on Earth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589520" y="1097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49640" y="1097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8</a:t>
            </a:r>
            <a:endParaRPr lang="en-US" sz="800" dirty="0"/>
          </a:p>
        </p:txBody>
      </p:sp>
      <p:pic>
        <p:nvPicPr>
          <p:cNvPr id="6" name="Image 0" descr="/sessions/nice-vibrant-thompson/mnt/outputs/gcc_realmap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85800"/>
            <a:ext cx="8869680" cy="2514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3337560"/>
            <a:ext cx="3931920" cy="256032"/>
          </a:xfrm>
          <a:prstGeom prst="roundRect">
            <a:avLst>
              <a:gd name="adj" fmla="val 21429"/>
            </a:avLst>
          </a:prstGeom>
          <a:solidFill>
            <a:srgbClr val="002924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3337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Salt Lake City  —  Facility 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361188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" y="363931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Coverage: </a:t>
            </a:r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North &amp; South America, Western Europe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Key hub: </a:t>
            </a:r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SLC International — direct routes to major US &amp; European destinations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754880" y="3337560"/>
            <a:ext cx="3931920" cy="256032"/>
          </a:xfrm>
          <a:prstGeom prst="roundRect">
            <a:avLst>
              <a:gd name="adj" fmla="val 21429"/>
            </a:avLst>
          </a:prstGeom>
          <a:solidFill>
            <a:srgbClr val="61896E"/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3337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GCC  —  Facility 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54880" y="361188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892040" y="363931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Coverage: </a:t>
            </a:r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GCC &amp; Africa, Asia &amp; Australasia, Eastern Europe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Key hub: </a:t>
            </a:r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GCC Airport — 250+ direct destinations across 5 continents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57200" y="43434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02924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43616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Exact replica of SLC facility — same hot-cell configurations, automated synthesis, QC labs, and GMP-compliant dispensing. Operational from day one.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GCC Opportunity</dc:title>
  <dc:subject>PptxGenJS Presentation</dc:subject>
  <dc:creator>Sego Therapeutics</dc:creator>
  <cp:lastModifiedBy>Sego Therapeutics</cp:lastModifiedBy>
  <cp:revision>1</cp:revision>
  <dcterms:created xsi:type="dcterms:W3CDTF">2026-07-13T21:37:38Z</dcterms:created>
  <dcterms:modified xsi:type="dcterms:W3CDTF">2026-07-13T21:37:38Z</dcterms:modified>
</cp:coreProperties>
</file>